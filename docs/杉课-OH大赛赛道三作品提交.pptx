
<file path=[Content_Types].xml><?xml version="1.0" encoding="utf-8"?>
<Types xmlns="http://schemas.openxmlformats.org/package/2006/content-types">
  <Default Extension="jpg" ContentType="image/jpeg"/>
  <Default Extension="mp4" ContentType="video/mp4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0" Type="http://schemas.openxmlformats.org/officeDocument/2006/relationships/officeDocument" Target="ppt/presentation.xml"/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/Relationships>
</file>

<file path=ppt/presentation.xml><?xml version="1.0" encoding="utf-8"?>
<p:presentation xmlns:p15="http://schemas.microsoft.com/office/powerpoint/2012/main" xmlns:a="http://schemas.openxmlformats.org/drawingml/2006/main" xmlns:p="http://schemas.openxmlformats.org/presentationml/2006/main" xmlns:r="http://schemas.openxmlformats.org/officeDocument/2006/relationships" xmlns:mc="http://schemas.openxmlformats.org/markup-compatibility/2006" firstSlideNum="1" mc:Ignorable="p15">
  <p:sldMasterIdLst>
    <p:sldMasterId id="2147483648" r:id="rId0"/>
  </p:sldMasterIdLst>
  <p:notesMasterIdLst>
    <p:notesMasterId r:id="rId9"/>
  </p:notesMasterIdLst>
  <p:sldIdLst>
    <p:sldId id="256" r:id="rId1"/>
    <p:sldId id="257" r:id="rId2"/>
    <p:sldId id="258" r:id="rId3"/>
    <p:sldId id="259" r:id="rId4"/>
    <p:sldId id="260" r:id="rId5"/>
    <p:sldId id="261" r:id="rId6"/>
    <p:sldId id="262" r:id="rId7"/>
    <p:sldId id="263" r:id="rId8"/>
  </p:sldIdLst>
  <p:sldSz cx="12192000" cy="6858000"/>
  <p:notesSz cx="6858000" cy="9144000"/>
  <p:defaultTextStyle>
    <a:defPPr>
      <a:defRPr lang="zh-CN"/>
    </a:defPPr>
    <a:lvl1pPr marL="0" algn="l" defTabSz="914400" rtl="false" eaLnBrk="true" latinLnBrk="false" hangingPunct="true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false" eaLnBrk="true" latinLnBrk="false" hangingPunct="true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false" eaLnBrk="true" latinLnBrk="false" hangingPunct="true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false" eaLnBrk="true" latinLnBrk="false" hangingPunct="true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false" eaLnBrk="true" latinLnBrk="false" hangingPunct="true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false" eaLnBrk="true" latinLnBrk="false" hangingPunct="true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false" eaLnBrk="true" latinLnBrk="false" hangingPunct="true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false" eaLnBrk="true" latinLnBrk="false" hangingPunct="true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false" eaLnBrk="true" latinLnBrk="false" hangingPunct="true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>
        <p15:guide id="1" orient="horz" pos="2351" userDrawn="true">
          <p15:clr>
            <a:srgbClr val="A4A3A4"/>
          </p15:clr>
        </p15:guide>
        <p15:guide id="2" pos="3840" userDrawn="true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p="http://schemas.openxmlformats.org/presentationml/2006/main">
  <p:showPr showNarration="true">
    <p:present/>
    <p:sldAll/>
    <p:penClr>
      <a:prstClr val="red"/>
    </p:penClr>
    <p:extLst>
      <p:ext uri="{EC167BDD-8182-4AB7-AECC-EB403E3ABB37}"/>
      <p:ext uri="{2FDB2607-1784-4EEB-B798-7EB5836EED8A}"/>
    </p:extLst>
  </p:showPr>
  <p:clrMru>
    <a:srgbClr val="08A8F6"/>
    <a:srgbClr val="0F7FF6"/>
    <a:srgbClr val="7BBC49"/>
    <a:srgbClr val="77BB69"/>
    <a:srgbClr val="329AD7"/>
    <a:srgbClr val="F7F9FC"/>
    <a:srgbClr val="9DC0E3"/>
    <a:srgbClr val="DFEAF6"/>
    <a:srgbClr val="E1E0E0"/>
    <a:srgbClr val="EEEEEE"/>
  </p:clrMru>
  <p:extLst>
    <p:ext uri="{E76CE94A-603C-4142-B9EB-6D1370010A27}"/>
    <p:ext uri="{D31A062A-798A-4329-ABDD-BBA856620510}"/>
    <p:ext uri="{FD5EFAAD-0ECE-453E-9831-46B23BE46B34}"/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lastView="sldThumbnailView">
  <p:normalViewPr>
    <p:restoredLeft sz="6491" autoAdjust="false"/>
    <p:restoredTop sz="94607" autoAdjust="false"/>
  </p:normalViewPr>
  <p:slideViewPr>
    <p:cSldViewPr snapToGrid="false" showGuides="true">
      <p:cViewPr varScale="true">
        <p:scale>
          <a:sx n="62" d="100"/>
          <a:sy n="62" d="100"/>
        </p:scale>
        <p:origin x="431" y="28"/>
      </p:cViewPr>
      <p:guideLst>
        <p:guide orient="horz" pos="2351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sorterViewPr>
    <p:cViewPr>
      <p:scale>
        <a:sx n="80" d="100"/>
        <a:sy n="80" d="100"/>
      </p:scale>
      <p:origin x="0" y="0"/>
    </p:cViewPr>
  </p:sorterViewPr>
  <p:gridSpacing cx="72008" cy="72008"/>
</p:viewPr>
</file>

<file path=ppt/_rels/presentation.xml.rels><?xml version='1.0' encoding='UTF-8' standalone='yes'?>
<Relationships xmlns="http://schemas.openxmlformats.org/package/2006/relationships"><Relationship Id="rId0" Type="http://schemas.openxmlformats.org/officeDocument/2006/relationships/slideMaster" Target="slideMasters/slideMaster1.xml"/><Relationship Id="rId1" Type="http://schemas.openxmlformats.org/officeDocument/2006/relationships/slide" Target="slides/slide1.xml"/><Relationship Id="rId2" Type="http://schemas.openxmlformats.org/officeDocument/2006/relationships/slide" Target="slides/slide2.xml"/><Relationship Id="rId3" Type="http://schemas.openxmlformats.org/officeDocument/2006/relationships/slide" Target="slides/slide3.xml"/><Relationship Id="rId4" Type="http://schemas.openxmlformats.org/officeDocument/2006/relationships/slide" Target="slides/slide4.xml"/><Relationship Id="rId5" Type="http://schemas.openxmlformats.org/officeDocument/2006/relationships/slide" Target="slides/slide5.xml"/><Relationship Id="rId6" Type="http://schemas.openxmlformats.org/officeDocument/2006/relationships/slide" Target="slides/slide6.xml"/><Relationship Id="rId7" Type="http://schemas.openxmlformats.org/officeDocument/2006/relationships/slide" Target="slides/slide7.xml"/><Relationship Id="rId8" Type="http://schemas.openxmlformats.org/officeDocument/2006/relationships/slide" Target="slides/slide8.xml"/><Relationship Id="rId9" Type="http://schemas.openxmlformats.org/officeDocument/2006/relationships/notesMaster" Target="notesMasters/notesMaster1.xml"/><Relationship Id="rId10" Type="http://schemas.openxmlformats.org/officeDocument/2006/relationships/presProps" Target="presProps.xml"/><Relationship Id="rId11" Type="http://schemas.openxmlformats.org/officeDocument/2006/relationships/tableStyles" Target="tableStyles.xml"/><Relationship Id="rId12" Type="http://schemas.openxmlformats.org/officeDocument/2006/relationships/viewProps" Target="viewProps.xml"/></Relationships>
</file>

<file path=ppt/notesMasters/_rels/notesMaster1.xml.rels><?xml version='1.0' encoding='UTF-8' standalone='yes'?>
<Relationships xmlns="http://schemas.openxmlformats.org/package/2006/relationships"><Relationship Id="rId0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true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false"/>
          <a:lstStyle>
            <a:lvl1pPr algn="l">
              <a:defRPr sz="1200"/>
            </a:lvl1pPr>
          </a:lstStyle>
          <a:p>
            <a:pPr/>
            <a:endParaRPr lang="zh-CN" altLang="en-US"/>
          </a:p>
        </p:txBody>
      </p:sp>
      <p:sp>
        <p:nvSpPr>
          <p:cNvPr id="3" name="日期占位符 2"/>
          <p:cNvSpPr>
            <a:spLocks noGrp="true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false"/>
          <a:lstStyle>
            <a:lvl1pPr algn="r">
              <a:defRPr sz="1200"/>
            </a:lvl1pPr>
          </a:lstStyle>
          <a:p>
            <a:pPr/>
            <a:fld id="{99CE6E62-0A4A-440F-A3A0-1904151E0F67}" type="datetimeFigureOut">
              <a:rPr lang="zh-CN" altLang="en-US" smtClean="false"/>
              <a:t>2026/8/19</a:t>
            </a:fld>
            <a:endParaRPr lang="zh-CN" altLang="en-US"/>
          </a:p>
        </p:txBody>
      </p:sp>
      <p:sp>
        <p:nvSpPr>
          <p:cNvPr id="4" name="幻灯片图像占位符 3"/>
          <p:cNvSpPr>
            <a:spLocks noGrp="true" noRot="true" noChangeAspect="true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false" anchor="ctr"/>
          <a:lstStyle/>
          <a:p>
            <a:pPr/>
            <a:endParaRPr lang="zh-CN" altLang="en-US"/>
          </a:p>
        </p:txBody>
      </p:sp>
      <p:sp>
        <p:nvSpPr>
          <p:cNvPr id="5" name="备注占位符 4"/>
          <p:cNvSpPr>
            <a:spLocks noGrp="true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false"/>
          <a:lstStyle/>
          <a:p>
            <a:pPr lvl="0"/>
            <a:r>
              <a:rPr lang="zh-CN" altLang="en-US"/>
              <a:t>编辑母版文本样式</a:t>
            </a:r>
            <a:endParaRPr/>
          </a:p>
          <a:p>
            <a:pPr lvl="1"/>
            <a:r>
              <a:rPr lang="zh-CN" altLang="en-US"/>
              <a:t>第二级</a:t>
            </a:r>
            <a:endParaRPr/>
          </a:p>
          <a:p>
            <a:pPr lvl="2"/>
            <a:r>
              <a:rPr lang="zh-CN" altLang="en-US"/>
              <a:t>第三级</a:t>
            </a:r>
            <a:endParaRPr/>
          </a:p>
          <a:p>
            <a:pPr lvl="3"/>
            <a:r>
              <a:rPr lang="zh-CN" altLang="en-US"/>
              <a:t>第四级</a:t>
            </a:r>
            <a:endParaRPr/>
          </a:p>
          <a:p>
            <a:pPr lvl="4"/>
            <a:r>
              <a:rPr lang="zh-CN" altLang="en-US"/>
              <a:t>第五级</a:t>
            </a:r>
            <a:endParaRPr/>
          </a:p>
        </p:txBody>
      </p:sp>
      <p:sp>
        <p:nvSpPr>
          <p:cNvPr id="6" name="页脚占位符 5"/>
          <p:cNvSpPr>
            <a:spLocks noGrp="true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false" anchor="b"/>
          <a:lstStyle>
            <a:lvl1pPr algn="l">
              <a:defRPr sz="1200"/>
            </a:lvl1pPr>
          </a:lstStyle>
          <a:p>
            <a:pPr/>
            <a:endParaRPr lang="zh-CN" altLang="en-US"/>
          </a:p>
        </p:txBody>
      </p:sp>
      <p:sp>
        <p:nvSpPr>
          <p:cNvPr id="7" name="灯片编号占位符 6"/>
          <p:cNvSpPr>
            <a:spLocks noGrp="true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false" anchor="b"/>
          <a:lstStyle>
            <a:lvl1pPr algn="r">
              <a:defRPr sz="1200"/>
            </a:lvl1pPr>
          </a:lstStyle>
          <a:p>
            <a:pPr/>
            <a:fld id="{F45C4DF4-6413-405D-8311-20A510DC5EFC}" type="slidenum">
              <a:rPr lang="zh-CN" altLang="en-US" smtClean="false"/>
              <a:t>‹#›</a:t>
            </a:fld>
            <a:endParaRPr lang="zh-CN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false" eaLnBrk="true" latinLnBrk="false" hangingPunct="true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false" eaLnBrk="true" latinLnBrk="false" hangingPunct="true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false" eaLnBrk="true" latinLnBrk="false" hangingPunct="true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false" eaLnBrk="true" latinLnBrk="false" hangingPunct="true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false" eaLnBrk="true" latinLnBrk="false" hangingPunct="true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false" eaLnBrk="true" latinLnBrk="false" hangingPunct="true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false" eaLnBrk="true" latinLnBrk="false" hangingPunct="true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false" eaLnBrk="true" latinLnBrk="false" hangingPunct="true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false" eaLnBrk="true" latinLnBrk="false" hangingPunct="true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0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true" noRot="true" noChangeAspect="true"/>
          </p:cNvSpPr>
          <p:nvPr>
            <p:ph type="sldImg"/>
          </p:nvPr>
        </p:nvSpPr>
        <p:spPr/>
        <p:txBody>
          <a:bodyPr/>
          <a:p/>
        </p:txBody>
      </p:sp>
      <p:sp>
        <p:nvSpPr>
          <p:cNvPr id="3" name="备注占位符 2"/>
          <p:cNvSpPr>
            <a:spLocks noGrp="true"/>
          </p:cNvSpPr>
          <p:nvPr>
            <p:ph type="body" idx="1"/>
          </p:nvPr>
        </p:nvSpPr>
        <p:spPr/>
        <p:txBody>
          <a:bodyPr/>
          <a:lstStyle/>
          <a:p>
            <a:pPr/>
            <a:endParaRPr kumimoji="true" lang="zh-CN" altLang="en-US"/>
          </a:p>
        </p:txBody>
      </p:sp>
      <p:sp>
        <p:nvSpPr>
          <p:cNvPr id="4" name="灯片编号占位符 3"/>
          <p:cNvSpPr>
            <a:spLocks noGrp="true"/>
          </p:cNvSpPr>
          <p:nvPr>
            <p:ph type="sldNum" sz="quarter" idx="5"/>
          </p:nvPr>
        </p:nvSpPr>
        <p:spPr/>
        <p:txBody>
          <a:bodyPr/>
          <a:lstStyle/>
          <a:p>
            <a:pPr/>
            <a:fld id="{F45C4DF4-6413-405D-8311-20A510DC5EFC}" type="slidenum">
              <a:rPr lang="zh-CN" altLang="en-US" smtClean="false"/>
              <a:t>8</a:t>
            </a:fld>
            <a:endParaRPr lang="zh-CN" altLang="en-US"/>
          </a:p>
        </p:txBody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0" Type="http://schemas.openxmlformats.org/officeDocument/2006/relationships/slideMaster" Target="../slideMasters/slideMaster1.xml"/><Relationship Id="rId1" Type="http://schemas.openxmlformats.org/officeDocument/2006/relationships/image" Target="media/image1.png"/></Relationships>
</file>

<file path=ppt/slideLayouts/_rels/slideLayout2.xml.rels><?xml version='1.0' encoding='UTF-8' standalone='yes'?>
<Relationships xmlns="http://schemas.openxmlformats.org/package/2006/relationships"><Relationship Id="rId0" Type="http://schemas.openxmlformats.org/officeDocument/2006/relationships/slideMaster" Target="../slideMasters/slideMaster1.xml"/><Relationship Id="rId1" Type="http://schemas.openxmlformats.org/officeDocument/2006/relationships/image" Target="media/image2.png"/><Relationship Id="rId2" Type="http://schemas.openxmlformats.org/officeDocument/2006/relationships/image" Target="media/image3.png"/><Relationship Id="rId3" Type="http://schemas.openxmlformats.org/officeDocument/2006/relationships/image" Target="media/image4.png"/></Relationships>
</file>

<file path=ppt/slideLayouts/_rels/slideLayout3.xml.rels><?xml version='1.0' encoding='UTF-8' standalone='yes'?>
<Relationships xmlns="http://schemas.openxmlformats.org/package/2006/relationships"><Relationship Id="rId0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0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0" Type="http://schemas.openxmlformats.org/officeDocument/2006/relationships/slideMaster" Target="../slideMasters/slideMaster1.xml"/><Relationship Id="rId1" Type="http://schemas.openxmlformats.org/officeDocument/2006/relationships/image" Target="media/image5.png"/></Relationships>
</file>

<file path=ppt/slideLayouts/_rels/slideLayout6.xml.rels><?xml version='1.0' encoding='UTF-8' standalone='yes'?>
<Relationships xmlns="http://schemas.openxmlformats.org/package/2006/relationships"><Relationship Id="rId0" Type="http://schemas.openxmlformats.org/officeDocument/2006/relationships/slideMaster" Target="../slideMasters/slideMaster1.xml"/><Relationship Id="rId1" Type="http://schemas.openxmlformats.org/officeDocument/2006/relationships/image" Target="media/image6.png"/><Relationship Id="rId2" Type="http://schemas.openxmlformats.org/officeDocument/2006/relationships/image" Target="media/image5.png"/></Relationships>
</file>

<file path=ppt/slideLayouts/_rels/slideLayout7.xml.rels><?xml version='1.0' encoding='UTF-8' standalone='yes'?>
<Relationships xmlns="http://schemas.openxmlformats.org/package/2006/relationships"><Relationship Id="rId0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0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0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0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0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0" Type="http://schemas.openxmlformats.org/officeDocument/2006/relationships/slideMaster" Target="../slideMasters/slideMaster1.xml"/></Relationships>
</file>

<file path=ppt/slideLayouts/_rels/slideLayout13.xml.rels><?xml version='1.0' encoding='UTF-8' standalone='yes'?>
<Relationships xmlns="http://schemas.openxmlformats.org/package/2006/relationships"><Relationship Id="rId0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type="title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灯片编号占位符 5"/>
          <p:cNvSpPr>
            <a:spLocks noGrp="true"/>
          </p:cNvSpPr>
          <p:nvPr>
            <p:ph type="sldNum" sz="quarter" idx="12"/>
          </p:nvPr>
        </p:nvSpPr>
        <p:spPr/>
        <p:txBody>
          <a:bodyPr/>
          <a:lstStyle/>
          <a:p>
            <a:pPr/>
            <a:fld id="{49AE70B2-8BF9-45C0-BB95-33D1B9D3A854}" type="slidenum">
              <a:rPr lang="zh-CN" altLang="en-US" smtClean="false"/>
              <a:t>‹#›</a:t>
            </a:fld>
            <a:endParaRPr lang="zh-CN" altLang="en-US"/>
          </a:p>
        </p:txBody>
      </p:sp>
      <p:pic>
        <p:nvPicPr>
          <p:cNvPr id="3" name="图片 7" descr="基金会+OH logo组合-03"/>
          <p:cNvPicPr>
            <a:picLocks noChangeAspect="true"/>
          </p:cNvPicPr>
          <p:nvPr userDrawn="true"/>
        </p:nvPicPr>
        <p:blipFill>
          <a:blip r:embed="rId1"/>
          <a:stretch>
            <a:fillRect/>
          </a:stretch>
        </p:blipFill>
        <p:spPr>
          <a:xfrm>
            <a:off x="473710" y="304165"/>
            <a:ext cx="3564890" cy="1234440"/>
          </a:xfrm>
          <a:prstGeom prst="rect">
            <a:avLst/>
          </a:prstGeom>
        </p:spPr>
      </p:pic>
      <p:grpSp>
        <p:nvGrpSpPr>
          <p:cNvPr id="4" name="组合 13"/>
          <p:cNvGrpSpPr/>
          <p:nvPr userDrawn="true"/>
        </p:nvGrpSpPr>
        <p:grpSpPr>
          <a:xfrm>
            <a:off x="9906635" y="6367145"/>
            <a:ext cx="2199640" cy="344805"/>
            <a:chOff x="15601" y="10027"/>
            <a:chExt cx="3464" cy="543"/>
          </a:xfrm>
        </p:grpSpPr>
        <p:sp>
          <p:nvSpPr>
            <p:cNvPr id="5" name="文本框 14"/>
            <p:cNvSpPr txBox="true"/>
            <p:nvPr userDrawn="true"/>
          </p:nvSpPr>
          <p:spPr>
            <a:xfrm>
              <a:off x="15601" y="10027"/>
              <a:ext cx="3464" cy="543"/>
            </a:xfrm>
            <a:prstGeom prst="rect">
              <a:avLst/>
            </a:prstGeom>
            <a:noFill/>
          </p:spPr>
          <p:txBody>
            <a:bodyPr wrap="square" rtlCol="false">
              <a:spAutoFit/>
            </a:bodyPr>
            <a:lstStyle/>
            <a:p>
              <a:pPr marL="0" algn="l" defTabSz="914400" rtl="false" eaLnBrk="true" latinLnBrk="false" hangingPunct="true">
                <a:lnSpc>
                  <a:spcPct val="130000"/>
                </a:lnSpc>
              </a:pPr>
              <a:r>
                <a:rPr lang="zh-CN" altLang="en-US" sz="1400" kern="1200" dirty="false">
                  <a:solidFill>
                    <a:schemeClr val="bg1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  <a:cs typeface="+mn-cs"/>
                </a:rPr>
                <a:t>智能终端操作系统根社区</a:t>
              </a:r>
              <a:endParaRPr/>
            </a:p>
          </p:txBody>
        </p:sp>
        <p:cxnSp>
          <p:nvCxnSpPr>
            <p:cNvPr id="6" name="直接连接符 15"/>
            <p:cNvCxnSpPr/>
            <p:nvPr userDrawn="true"/>
          </p:nvCxnSpPr>
          <p:spPr>
            <a:xfrm>
              <a:off x="18007" y="10528"/>
              <a:ext cx="847" cy="0"/>
            </a:xfrm>
            <a:prstGeom prst="line">
              <a:avLst/>
            </a:prstGeom>
            <a:ln w="19050">
              <a:solidFill>
                <a:schemeClr val="bg1"/>
              </a:solidFill>
            </a:ln>
          </p:spPr>
          <p:style>
            <a:lnRef idx="2">
              <a:schemeClr val="accent1"/>
            </a:lnRef>
            <a:fillRef idx="0">
              <a:srgbClr val="FFFFFF"/>
            </a:fillRef>
            <a:effectRef idx="0">
              <a:srgbClr val="FFFFFF"/>
            </a:effectRef>
            <a:fontRef idx="minor">
              <a:schemeClr val="tx1"/>
            </a:fontRef>
          </p:style>
        </p:cxnSp>
      </p:grp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type="titleOnly">
  <p:cSld name="FM">
    <p:bg>
      <p:bgPr>
        <a:solidFill>
          <a:schemeClr val="bg1"/>
        </a:solidFill>
        <a:effectLst/>
      </p:bgPr>
    </p:bg>
    <p:spTree>
      <p:nvGrpSpPr>
        <p:cNvPr id="7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图片 1"/>
          <p:cNvPicPr>
            <a:picLocks noChangeAspect="true"/>
          </p:cNvPicPr>
          <p:nvPr userDrawn="true"/>
        </p:nvPicPr>
        <p:blipFill rotWithShape="true">
          <a:blip r:embed="rId1" cstate="print">
            <a:alphaModFix amt="20000"/>
            <a:extLst>
              <a:ext uri="{28A0092B-C50C-407E-A947-70E740481C1C}"/>
            </a:extLst>
          </a:blip>
          <a:srcRect b="13216"/>
          <a:stretch/>
        </p:blipFill>
        <p:spPr>
          <a:xfrm>
            <a:off x="7546126" y="0"/>
            <a:ext cx="4151671" cy="5794408"/>
          </a:xfrm>
          <a:prstGeom prst="rect">
            <a:avLst/>
          </a:prstGeom>
        </p:spPr>
      </p:pic>
      <p:grpSp>
        <p:nvGrpSpPr>
          <p:cNvPr id="9" name="组合 2"/>
          <p:cNvGrpSpPr/>
          <p:nvPr userDrawn="true"/>
        </p:nvGrpSpPr>
        <p:grpSpPr>
          <a:xfrm>
            <a:off x="9763201" y="6305810"/>
            <a:ext cx="2199640" cy="344805"/>
            <a:chOff x="15601" y="10027"/>
            <a:chExt cx="3464" cy="543"/>
          </a:xfrm>
        </p:grpSpPr>
        <p:sp>
          <p:nvSpPr>
            <p:cNvPr id="10" name="文本框 3"/>
            <p:cNvSpPr txBox="true"/>
            <p:nvPr userDrawn="true"/>
          </p:nvSpPr>
          <p:spPr>
            <a:xfrm>
              <a:off x="15601" y="10027"/>
              <a:ext cx="3464" cy="543"/>
            </a:xfrm>
            <a:prstGeom prst="rect">
              <a:avLst/>
            </a:prstGeom>
            <a:noFill/>
          </p:spPr>
          <p:txBody>
            <a:bodyPr wrap="square" rtlCol="false">
              <a:spAutoFit/>
            </a:bodyPr>
            <a:lstStyle/>
            <a:p>
              <a:pPr marL="0" algn="l" defTabSz="914400" rtl="false" eaLnBrk="true" latinLnBrk="false" hangingPunct="true">
                <a:lnSpc>
                  <a:spcPct val="130000"/>
                </a:lnSpc>
              </a:pPr>
              <a:r>
                <a:rPr lang="zh-CN" altLang="en-US" sz="1400" kern="1200" dirty="false">
                  <a:gradFill>
                    <a:gsLst>
                      <a:gs pos="0">
                        <a:srgbClr val="0284E2"/>
                      </a:gs>
                      <a:gs pos="100000">
                        <a:srgbClr val="00B050"/>
                      </a:gs>
                    </a:gsLst>
                    <a:lin ang="0" scaled="false"/>
                  </a:gradFill>
                  <a:latin typeface="微软雅黑" panose="020B0503020204020204" pitchFamily="34" charset="-122"/>
                  <a:ea typeface="微软雅黑" panose="020B0503020204020204" pitchFamily="34" charset="-122"/>
                  <a:cs typeface="+mn-cs"/>
                </a:rPr>
                <a:t>智能终端操作系统根社区</a:t>
              </a:r>
              <a:endParaRPr/>
            </a:p>
          </p:txBody>
        </p:sp>
        <p:cxnSp>
          <p:nvCxnSpPr>
            <p:cNvPr id="11" name="直接连接符 15"/>
            <p:cNvCxnSpPr/>
            <p:nvPr userDrawn="true"/>
          </p:nvCxnSpPr>
          <p:spPr>
            <a:xfrm>
              <a:off x="18007" y="10528"/>
              <a:ext cx="847" cy="0"/>
            </a:xfrm>
            <a:prstGeom prst="line">
              <a:avLst/>
            </a:prstGeom>
            <a:ln w="19050">
              <a:solidFill>
                <a:srgbClr val="00B0F0"/>
              </a:solidFill>
            </a:ln>
          </p:spPr>
          <p:style>
            <a:lnRef idx="2">
              <a:schemeClr val="accent1"/>
            </a:lnRef>
            <a:fillRef idx="0">
              <a:srgbClr val="FFFFFF"/>
            </a:fillRef>
            <a:effectRef idx="0">
              <a:srgbClr val="FFFFFF"/>
            </a:effectRef>
            <a:fontRef idx="minor">
              <a:schemeClr val="tx1"/>
            </a:fontRef>
          </p:style>
        </p:cxnSp>
      </p:grpSp>
      <p:pic>
        <p:nvPicPr>
          <p:cNvPr id="12" name="图片 9"/>
          <p:cNvPicPr>
            <a:picLocks noChangeAspect="true"/>
          </p:cNvPicPr>
          <p:nvPr userDrawn="true"/>
        </p:nvPicPr>
        <p:blipFill>
          <a:blip r:embed="rId2" cstate="print">
            <a:alphaModFix amt="21000"/>
            <a:extLst>
              <a:ext uri="{28A0092B-C50C-407E-A947-70E740481C1C}"/>
            </a:extLst>
          </a:blip>
          <a:srcRect/>
          <a:stretch/>
        </p:blipFill>
        <p:spPr>
          <a:xfrm>
            <a:off x="0" y="3261146"/>
            <a:ext cx="2999678" cy="4133416"/>
          </a:xfrm>
          <a:prstGeom prst="rect">
            <a:avLst/>
          </a:prstGeom>
        </p:spPr>
      </p:pic>
      <p:pic>
        <p:nvPicPr>
          <p:cNvPr id="13" name="图片 4"/>
          <p:cNvPicPr>
            <a:picLocks noChangeAspect="true"/>
          </p:cNvPicPr>
          <p:nvPr userDrawn="true"/>
        </p:nvPicPr>
        <p:blipFill>
          <a:blip r:embed="rId3" cstate="print">
            <a:extLst>
              <a:ext uri="{28A0092B-C50C-407E-A947-70E740481C1C}"/>
            </a:extLst>
          </a:blip>
          <a:stretch>
            <a:fillRect/>
          </a:stretch>
        </p:blipFill>
        <p:spPr>
          <a:xfrm>
            <a:off x="48273" y="0"/>
            <a:ext cx="3483086" cy="1306157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p="http://schemas.openxmlformats.org/presentationml/2006/main" showMasterSp="false" type="title">
  <p:cSld name="1_标题幻灯片">
    <p:bg>
      <p:bgPr>
        <a:solidFill>
          <a:schemeClr val="bg1">
            <a:alpha val="0"/>
          </a:schemeClr>
        </a:solidFill>
        <a:effectLst/>
      </p:bgPr>
    </p:bg>
    <p:spTree>
      <p:nvGrpSpPr>
        <p:cNvPr id="19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灯片编号占位符 5"/>
          <p:cNvSpPr>
            <a:spLocks noGrp="true"/>
          </p:cNvSpPr>
          <p:nvPr>
            <p:ph type="sldNum" sz="quarter" idx="12"/>
          </p:nvPr>
        </p:nvSpPr>
        <p:spPr>
          <a:xfrm>
            <a:off x="445008" y="6356350"/>
            <a:ext cx="2743200" cy="365125"/>
          </a:xfrm>
        </p:spPr>
        <p:txBody>
          <a:bodyPr/>
          <a:lstStyle>
            <a:lvl1pPr algn="l">
              <a:defRPr>
                <a:solidFill>
                  <a:schemeClr val="tx1"/>
                </a:solidFill>
              </a:defRPr>
            </a:lvl1pPr>
          </a:lstStyle>
          <a:p>
            <a:pPr/>
            <a:fld id="{49AE70B2-8BF9-45C0-BB95-33D1B9D3A854}" type="slidenum">
              <a:rPr lang="zh-CN" altLang="en-US" smtClean="false"/>
              <a:t>‹#›</a:t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p="http://schemas.openxmlformats.org/presentationml/2006/main" type="obj">
  <p:cSld name="标题和内容">
    <p:bg>
      <p:bgPr>
        <a:solidFill>
          <a:srgbClr val="08A8F6"/>
        </a:solidFill>
        <a:effectLst/>
      </p:bgPr>
    </p:bg>
    <p:spTree>
      <p:nvGrpSpPr>
        <p:cNvPr id="2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灯片编号占位符 5"/>
          <p:cNvSpPr>
            <a:spLocks noGrp="true"/>
          </p:cNvSpPr>
          <p:nvPr>
            <p:ph type="sldNum" sz="quarter" idx="12"/>
          </p:nvPr>
        </p:nvSpPr>
        <p:spPr>
          <a:xfrm>
            <a:off x="4724400" y="6356350"/>
            <a:ext cx="2743200" cy="365125"/>
          </a:xfrm>
        </p:spPr>
        <p:txBody>
          <a:bodyPr/>
          <a:lstStyle/>
          <a:p>
            <a:pPr/>
            <a:fld id="{49AE70B2-8BF9-45C0-BB95-33D1B9D3A854}" type="slidenum">
              <a:rPr lang="zh-CN" altLang="en-US" smtClean="false"/>
              <a:t>‹#›</a:t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p="http://schemas.openxmlformats.org/presentationml/2006/main" xmlns:r="http://schemas.openxmlformats.org/officeDocument/2006/relationships">
  <p:cSld name="节标题">
    <p:bg>
      <p:bgPr>
        <a:solidFill>
          <a:schemeClr val="bg1"/>
        </a:solidFill>
        <a:effectLst/>
      </p:bgPr>
    </p:bg>
    <p:spTree>
      <p:nvGrpSpPr>
        <p:cNvPr id="23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4" name="组合 13"/>
          <p:cNvGrpSpPr/>
          <p:nvPr userDrawn="true"/>
        </p:nvGrpSpPr>
        <p:grpSpPr>
          <a:xfrm>
            <a:off x="9763201" y="6305810"/>
            <a:ext cx="2199640" cy="344805"/>
            <a:chOff x="15601" y="10027"/>
            <a:chExt cx="3464" cy="543"/>
          </a:xfrm>
        </p:grpSpPr>
        <p:sp>
          <p:nvSpPr>
            <p:cNvPr id="25" name="文本框 14"/>
            <p:cNvSpPr txBox="true"/>
            <p:nvPr userDrawn="true"/>
          </p:nvSpPr>
          <p:spPr>
            <a:xfrm>
              <a:off x="15601" y="10027"/>
              <a:ext cx="3464" cy="543"/>
            </a:xfrm>
            <a:prstGeom prst="rect">
              <a:avLst/>
            </a:prstGeom>
            <a:noFill/>
          </p:spPr>
          <p:txBody>
            <a:bodyPr wrap="square" rtlCol="false">
              <a:spAutoFit/>
            </a:bodyPr>
            <a:lstStyle/>
            <a:p>
              <a:pPr marL="0" algn="l" defTabSz="914400" rtl="false" eaLnBrk="true" latinLnBrk="false" hangingPunct="true">
                <a:lnSpc>
                  <a:spcPct val="130000"/>
                </a:lnSpc>
              </a:pPr>
              <a:r>
                <a:rPr lang="zh-CN" altLang="en-US" sz="1400" kern="1200" dirty="false">
                  <a:gradFill>
                    <a:gsLst>
                      <a:gs pos="0">
                        <a:srgbClr val="0284E2"/>
                      </a:gs>
                      <a:gs pos="100000">
                        <a:srgbClr val="00B050"/>
                      </a:gs>
                    </a:gsLst>
                    <a:lin ang="0" scaled="false"/>
                  </a:gradFill>
                  <a:latin typeface="微软雅黑" panose="020B0503020204020204" pitchFamily="34" charset="-122"/>
                  <a:ea typeface="微软雅黑" panose="020B0503020204020204" pitchFamily="34" charset="-122"/>
                  <a:cs typeface="+mn-cs"/>
                </a:rPr>
                <a:t>智能终端操作系统根社区</a:t>
              </a:r>
              <a:endParaRPr/>
            </a:p>
          </p:txBody>
        </p:sp>
        <p:cxnSp>
          <p:nvCxnSpPr>
            <p:cNvPr id="26" name="直接连接符 15"/>
            <p:cNvCxnSpPr/>
            <p:nvPr userDrawn="true"/>
          </p:nvCxnSpPr>
          <p:spPr>
            <a:xfrm>
              <a:off x="18007" y="10528"/>
              <a:ext cx="847" cy="0"/>
            </a:xfrm>
            <a:prstGeom prst="line">
              <a:avLst/>
            </a:prstGeom>
            <a:ln w="19050">
              <a:solidFill>
                <a:srgbClr val="00B0F0"/>
              </a:solidFill>
            </a:ln>
          </p:spPr>
          <p:style>
            <a:lnRef idx="2">
              <a:schemeClr val="accent1"/>
            </a:lnRef>
            <a:fillRef idx="0">
              <a:srgbClr val="FFFFFF"/>
            </a:fillRef>
            <a:effectRef idx="0">
              <a:srgbClr val="FFFFFF"/>
            </a:effectRef>
            <a:fontRef idx="minor">
              <a:schemeClr val="tx1"/>
            </a:fontRef>
          </p:style>
        </p:cxnSp>
      </p:grpSp>
      <p:sp>
        <p:nvSpPr>
          <p:cNvPr id="27" name="灯片编号占位符 5"/>
          <p:cNvSpPr>
            <a:spLocks noGrp="true"/>
          </p:cNvSpPr>
          <p:nvPr>
            <p:ph type="sldNum" sz="quarter" idx="12"/>
          </p:nvPr>
        </p:nvSpPr>
        <p:spPr>
          <a:xfrm>
            <a:off x="4724400" y="6356350"/>
            <a:ext cx="2743200" cy="365125"/>
          </a:xfrm>
        </p:spPr>
        <p:txBody>
          <a:bodyPr/>
          <a:lstStyle>
            <a:lvl1pPr algn="ctr">
              <a:defRPr>
                <a:solidFill>
                  <a:schemeClr val="tx1"/>
                </a:solidFill>
              </a:defRPr>
            </a:lvl1pPr>
          </a:lstStyle>
          <a:p>
            <a:pPr/>
            <a:fld id="{49AE70B2-8BF9-45C0-BB95-33D1B9D3A854}" type="slidenum">
              <a:rPr lang="zh-CN" altLang="en-US" smtClean="false"/>
              <a:t>‹#›</a:t>
            </a:fld>
            <a:endParaRPr lang="zh-CN" altLang="en-US"/>
          </a:p>
        </p:txBody>
      </p:sp>
      <p:sp>
        <p:nvSpPr>
          <p:cNvPr id="28" name="文本占位符 9"/>
          <p:cNvSpPr>
            <a:spLocks noGrp="true"/>
          </p:cNvSpPr>
          <p:nvPr>
            <p:ph type="body" sz="quarter" idx="13"/>
          </p:nvPr>
        </p:nvSpPr>
        <p:spPr>
          <a:xfrm>
            <a:off x="215067" y="171415"/>
            <a:ext cx="5966068" cy="446134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lang="zh-CN" altLang="en-US" sz="2800" b="true" kern="120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defRPr>
            </a:lvl1pPr>
          </a:lstStyle>
          <a:p>
            <a:pPr lvl="0"/>
            <a:r>
              <a:rPr kumimoji="true" lang="zh-CN" altLang="en-US"/>
              <a:t>单击此处编辑母版文本</a:t>
            </a:r>
            <a:endParaRPr/>
          </a:p>
        </p:txBody>
      </p:sp>
      <p:pic>
        <p:nvPicPr>
          <p:cNvPr id="29" name="图片 1"/>
          <p:cNvPicPr>
            <a:picLocks noChangeAspect="true"/>
          </p:cNvPicPr>
          <p:nvPr userDrawn="true"/>
        </p:nvPicPr>
        <p:blipFill>
          <a:blip r:embed="rId1" cstate="print">
            <a:extLst>
              <a:ext uri="{28A0092B-C50C-407E-A947-70E740481C1C}"/>
            </a:extLst>
          </a:blip>
          <a:stretch>
            <a:fillRect/>
          </a:stretch>
        </p:blipFill>
        <p:spPr>
          <a:xfrm>
            <a:off x="9558425" y="0"/>
            <a:ext cx="2350420" cy="881407"/>
          </a:xfrm>
          <a:prstGeom prst="rect">
            <a:avLst/>
          </a:prstGeom>
        </p:spPr>
      </p:pic>
      <p:sp>
        <p:nvSpPr>
          <p:cNvPr id="30" name="矩形 3"/>
          <p:cNvSpPr/>
          <p:nvPr userDrawn="true"/>
        </p:nvSpPr>
        <p:spPr>
          <a:xfrm>
            <a:off x="0" y="0"/>
            <a:ext cx="12192000" cy="781177"/>
          </a:xfrm>
          <a:prstGeom prst="rect">
            <a:avLst/>
          </a:prstGeom>
          <a:solidFill>
            <a:srgbClr val="08A8F6">
              <a:alpha val="1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false" anchor="ctr"/>
          <a:lstStyle/>
          <a:p>
            <a:pPr algn="ctr"/>
            <a:endParaRPr kumimoji="true" lang="zh-CN" alt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p="http://schemas.openxmlformats.org/presentationml/2006/main" xmlns:r="http://schemas.openxmlformats.org/officeDocument/2006/relationships" type="twoObj">
  <p:cSld name="两栏内容">
    <p:bg>
      <p:bgPr>
        <a:solidFill>
          <a:schemeClr val="bg1"/>
        </a:solidFill>
        <a:effectLst/>
      </p:bgPr>
    </p:bg>
    <p:spTree>
      <p:nvGrpSpPr>
        <p:cNvPr id="3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" name="灯片编号占位符 6"/>
          <p:cNvSpPr>
            <a:spLocks noGrp="true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pPr/>
            <a:fld id="{49AE70B2-8BF9-45C0-BB95-33D1B9D3A854}" type="slidenum">
              <a:rPr lang="zh-CN" altLang="en-US" smtClean="false"/>
              <a:t>‹#›</a:t>
            </a:fld>
            <a:endParaRPr lang="zh-CN" altLang="en-US"/>
          </a:p>
        </p:txBody>
      </p:sp>
      <p:pic>
        <p:nvPicPr>
          <p:cNvPr id="33" name="图片 3"/>
          <p:cNvPicPr>
            <a:picLocks noChangeAspect="true"/>
          </p:cNvPicPr>
          <p:nvPr userDrawn="true"/>
        </p:nvPicPr>
        <p:blipFill rotWithShape="true">
          <a:blip r:embed="rId1" cstate="print">
            <a:alphaModFix amt="35000"/>
            <a:biLevel thresh="25000"/>
            <a:extLst>
              <a:ext uri="{28A0092B-C50C-407E-A947-70E740481C1C}"/>
            </a:extLst>
          </a:blip>
          <a:srcRect t="32381"/>
          <a:stretch/>
        </p:blipFill>
        <p:spPr>
          <a:xfrm>
            <a:off x="7482780" y="1381934"/>
            <a:ext cx="3830533" cy="4165580"/>
          </a:xfrm>
          <a:prstGeom prst="rect">
            <a:avLst/>
          </a:prstGeom>
        </p:spPr>
      </p:pic>
      <p:grpSp>
        <p:nvGrpSpPr>
          <p:cNvPr id="34" name="组合 5"/>
          <p:cNvGrpSpPr/>
          <p:nvPr userDrawn="true"/>
        </p:nvGrpSpPr>
        <p:grpSpPr>
          <a:xfrm>
            <a:off x="9763201" y="6305810"/>
            <a:ext cx="2199640" cy="344805"/>
            <a:chOff x="15601" y="10027"/>
            <a:chExt cx="3464" cy="543"/>
          </a:xfrm>
        </p:grpSpPr>
        <p:sp>
          <p:nvSpPr>
            <p:cNvPr id="35" name="文本框 10"/>
            <p:cNvSpPr txBox="true"/>
            <p:nvPr userDrawn="true"/>
          </p:nvSpPr>
          <p:spPr>
            <a:xfrm>
              <a:off x="15601" y="10027"/>
              <a:ext cx="3464" cy="543"/>
            </a:xfrm>
            <a:prstGeom prst="rect">
              <a:avLst/>
            </a:prstGeom>
            <a:noFill/>
          </p:spPr>
          <p:txBody>
            <a:bodyPr wrap="square" rtlCol="false">
              <a:spAutoFit/>
            </a:bodyPr>
            <a:lstStyle/>
            <a:p>
              <a:pPr marL="0" algn="l" defTabSz="914400" rtl="false" eaLnBrk="true" latinLnBrk="false" hangingPunct="true">
                <a:lnSpc>
                  <a:spcPct val="130000"/>
                </a:lnSpc>
              </a:pPr>
              <a:r>
                <a:rPr lang="zh-CN" altLang="en-US" sz="1400" kern="1200" dirty="false">
                  <a:gradFill>
                    <a:gsLst>
                      <a:gs pos="0">
                        <a:srgbClr val="0284E2"/>
                      </a:gs>
                      <a:gs pos="100000">
                        <a:srgbClr val="00B050"/>
                      </a:gs>
                    </a:gsLst>
                    <a:lin ang="0" scaled="false"/>
                  </a:gradFill>
                  <a:latin typeface="微软雅黑" panose="020B0503020204020204" pitchFamily="34" charset="-122"/>
                  <a:ea typeface="微软雅黑" panose="020B0503020204020204" pitchFamily="34" charset="-122"/>
                  <a:cs typeface="+mn-cs"/>
                </a:rPr>
                <a:t>智能终端操作系统根社区</a:t>
              </a:r>
              <a:endParaRPr/>
            </a:p>
          </p:txBody>
        </p:sp>
        <p:cxnSp>
          <p:nvCxnSpPr>
            <p:cNvPr id="36" name="直接连接符 15"/>
            <p:cNvCxnSpPr/>
            <p:nvPr userDrawn="true"/>
          </p:nvCxnSpPr>
          <p:spPr>
            <a:xfrm>
              <a:off x="18007" y="10528"/>
              <a:ext cx="847" cy="0"/>
            </a:xfrm>
            <a:prstGeom prst="line">
              <a:avLst/>
            </a:prstGeom>
            <a:ln w="19050">
              <a:solidFill>
                <a:srgbClr val="00B0F0"/>
              </a:solidFill>
            </a:ln>
          </p:spPr>
          <p:style>
            <a:lnRef idx="2">
              <a:schemeClr val="accent1"/>
            </a:lnRef>
            <a:fillRef idx="0">
              <a:srgbClr val="FFFFFF"/>
            </a:fillRef>
            <a:effectRef idx="0">
              <a:srgbClr val="FFFFFF"/>
            </a:effectRef>
            <a:fontRef idx="minor">
              <a:schemeClr val="tx1"/>
            </a:fontRef>
          </p:style>
        </p:cxnSp>
      </p:grpSp>
      <p:pic>
        <p:nvPicPr>
          <p:cNvPr id="37" name="图片 4"/>
          <p:cNvPicPr>
            <a:picLocks noChangeAspect="true"/>
          </p:cNvPicPr>
          <p:nvPr userDrawn="true"/>
        </p:nvPicPr>
        <p:blipFill>
          <a:blip r:embed="rId2" cstate="print">
            <a:extLst>
              <a:ext uri="{28A0092B-C50C-407E-A947-70E740481C1C}"/>
            </a:extLst>
          </a:blip>
          <a:stretch>
            <a:fillRect/>
          </a:stretch>
        </p:blipFill>
        <p:spPr>
          <a:xfrm>
            <a:off x="104478" y="0"/>
            <a:ext cx="2350420" cy="881407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p="http://schemas.openxmlformats.org/presentationml/2006/main" type="twoTxTwoObj">
  <p:cSld name="比较">
    <p:bg>
      <p:bgPr>
        <a:solidFill>
          <a:schemeClr val="bg1"/>
        </a:solidFill>
        <a:effectLst/>
      </p:bgPr>
    </p:bg>
    <p:spTree>
      <p:nvGrpSpPr>
        <p:cNvPr id="38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灯片编号占位符 8"/>
          <p:cNvSpPr>
            <a:spLocks noGrp="true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pPr/>
            <a:fld id="{49AE70B2-8BF9-45C0-BB95-33D1B9D3A854}" type="slidenum">
              <a:rPr lang="zh-CN" altLang="en-US" smtClean="false"/>
              <a:t>‹#›</a:t>
            </a:fld>
            <a:endParaRPr lang="zh-CN" altLang="en-US"/>
          </a:p>
        </p:txBody>
      </p:sp>
      <p:grpSp>
        <p:nvGrpSpPr>
          <p:cNvPr id="40" name="组合 1"/>
          <p:cNvGrpSpPr/>
          <p:nvPr userDrawn="true"/>
        </p:nvGrpSpPr>
        <p:grpSpPr>
          <a:xfrm>
            <a:off x="9763201" y="6305810"/>
            <a:ext cx="2199640" cy="344805"/>
            <a:chOff x="15601" y="10027"/>
            <a:chExt cx="3464" cy="543"/>
          </a:xfrm>
        </p:grpSpPr>
        <p:sp>
          <p:nvSpPr>
            <p:cNvPr id="41" name="文本框 2"/>
            <p:cNvSpPr txBox="true"/>
            <p:nvPr userDrawn="true"/>
          </p:nvSpPr>
          <p:spPr>
            <a:xfrm>
              <a:off x="15601" y="10027"/>
              <a:ext cx="3464" cy="543"/>
            </a:xfrm>
            <a:prstGeom prst="rect">
              <a:avLst/>
            </a:prstGeom>
            <a:noFill/>
          </p:spPr>
          <p:txBody>
            <a:bodyPr wrap="square" rtlCol="false">
              <a:spAutoFit/>
            </a:bodyPr>
            <a:lstStyle/>
            <a:p>
              <a:pPr marL="0" algn="l" defTabSz="914400" rtl="false" eaLnBrk="true" latinLnBrk="false" hangingPunct="true">
                <a:lnSpc>
                  <a:spcPct val="130000"/>
                </a:lnSpc>
              </a:pPr>
              <a:r>
                <a:rPr lang="zh-CN" altLang="en-US" sz="1400" kern="1200" dirty="false">
                  <a:gradFill>
                    <a:gsLst>
                      <a:gs pos="0">
                        <a:srgbClr val="0284E2"/>
                      </a:gs>
                      <a:gs pos="100000">
                        <a:srgbClr val="00B050"/>
                      </a:gs>
                    </a:gsLst>
                    <a:lin ang="0" scaled="false"/>
                  </a:gradFill>
                  <a:latin typeface="微软雅黑" panose="020B0503020204020204" pitchFamily="34" charset="-122"/>
                  <a:ea typeface="微软雅黑" panose="020B0503020204020204" pitchFamily="34" charset="-122"/>
                  <a:cs typeface="+mn-cs"/>
                </a:rPr>
                <a:t>智能终端操作系统根社区</a:t>
              </a:r>
              <a:endParaRPr/>
            </a:p>
          </p:txBody>
        </p:sp>
        <p:cxnSp>
          <p:nvCxnSpPr>
            <p:cNvPr id="42" name="直接连接符 15"/>
            <p:cNvCxnSpPr/>
            <p:nvPr userDrawn="true"/>
          </p:nvCxnSpPr>
          <p:spPr>
            <a:xfrm>
              <a:off x="18007" y="10528"/>
              <a:ext cx="847" cy="0"/>
            </a:xfrm>
            <a:prstGeom prst="line">
              <a:avLst/>
            </a:prstGeom>
            <a:ln w="19050">
              <a:solidFill>
                <a:srgbClr val="00B0F0"/>
              </a:solidFill>
            </a:ln>
          </p:spPr>
          <p:style>
            <a:lnRef idx="2">
              <a:schemeClr val="accent1"/>
            </a:lnRef>
            <a:fillRef idx="0">
              <a:srgbClr val="FFFFFF"/>
            </a:fillRef>
            <a:effectRef idx="0">
              <a:srgbClr val="FFFFFF"/>
            </a:effectRef>
            <a:fontRef idx="minor">
              <a:schemeClr val="tx1"/>
            </a:fontRef>
          </p:style>
        </p:cxnSp>
      </p:grpSp>
      <p:sp>
        <p:nvSpPr>
          <p:cNvPr id="43" name="矩形 9"/>
          <p:cNvSpPr/>
          <p:nvPr userDrawn="true"/>
        </p:nvSpPr>
        <p:spPr>
          <a:xfrm>
            <a:off x="456565" y="1199515"/>
            <a:ext cx="1210588" cy="707886"/>
          </a:xfrm>
          <a:prstGeom prst="rect">
            <a:avLst/>
          </a:prstGeom>
        </p:spPr>
        <p:txBody>
          <a:bodyPr wrap="none" anchor="ctr" anchorCtr="false">
            <a:spAutoFit/>
          </a:bodyPr>
          <a:lstStyle/>
          <a:p>
            <a:pPr marL="0" marR="0" lvl="0" indent="0" defTabSz="914400" rtl="false" eaLnBrk="true" fontAlgn="ctr" latinLnBrk="false" hangingPunct="true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kumimoji="false" lang="zh-CN" altLang="en-US" sz="4000" b="true" i="false" u="none" strike="noStrike" kern="1200" cap="none" spc="0" normalizeH="false" baseline="0" noProof="false" dirty="false">
                <a:ln>
                  <a:noFill/>
                </a:ln>
                <a:solidFill>
                  <a:srgbClr val="08A8F6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目录</a:t>
            </a:r>
            <a:endParaRPr/>
          </a:p>
        </p:txBody>
      </p:sp>
      <p:sp>
        <p:nvSpPr>
          <p:cNvPr id="44" name="文本框 10"/>
          <p:cNvSpPr txBox="true"/>
          <p:nvPr userDrawn="true"/>
        </p:nvSpPr>
        <p:spPr>
          <a:xfrm>
            <a:off x="481965" y="576640"/>
            <a:ext cx="4124959" cy="584775"/>
          </a:xfrm>
          <a:prstGeom prst="rect">
            <a:avLst/>
          </a:prstGeom>
          <a:noFill/>
        </p:spPr>
        <p:txBody>
          <a:bodyPr wrap="square" rtlCol="false">
            <a:spAutoFit/>
          </a:bodyPr>
          <a:lstStyle/>
          <a:p>
            <a:pPr fontAlgn="base">
              <a:spcBef>
                <a:spcPct val="1"/>
              </a:spcBef>
              <a:spcAft>
                <a:spcPct val="1"/>
              </a:spcAft>
              <a:defRPr/>
            </a:pPr>
            <a:r>
              <a:rPr lang="en-US" altLang="zh-CN" sz="3200" b="true" dirty="false">
                <a:solidFill>
                  <a:srgbClr val="08A8F6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Source Han Sans CN Bold" panose="020B0800000000000000" charset="-122"/>
              </a:rPr>
              <a:t>CONTENTS</a:t>
            </a:r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p="http://schemas.openxmlformats.org/presentationml/2006/main" type="titleOnly">
  <p:cSld name="仅标题">
    <p:bg>
      <p:bgPr>
        <a:solidFill>
          <a:schemeClr val="bg1"/>
        </a:solidFill>
        <a:effectLst/>
      </p:bgPr>
    </p:bg>
    <p:spTree>
      <p:nvGrpSpPr>
        <p:cNvPr id="45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灯片编号占位符 4"/>
          <p:cNvSpPr>
            <a:spLocks noGrp="true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pPr/>
            <a:fld id="{49AE70B2-8BF9-45C0-BB95-33D1B9D3A854}" type="slidenum">
              <a:rPr lang="zh-CN" altLang="en-US" smtClean="false"/>
              <a:t>‹#›</a:t>
            </a:fld>
            <a:endParaRPr lang="zh-CN" altLang="en-US"/>
          </a:p>
        </p:txBody>
      </p:sp>
      <p:grpSp>
        <p:nvGrpSpPr>
          <p:cNvPr id="47" name="组合 5"/>
          <p:cNvGrpSpPr/>
          <p:nvPr userDrawn="true"/>
        </p:nvGrpSpPr>
        <p:grpSpPr>
          <a:xfrm>
            <a:off x="9906635" y="6367145"/>
            <a:ext cx="2199640" cy="344805"/>
            <a:chOff x="15601" y="10027"/>
            <a:chExt cx="3464" cy="543"/>
          </a:xfrm>
        </p:grpSpPr>
        <p:sp>
          <p:nvSpPr>
            <p:cNvPr id="48" name="文本框 6"/>
            <p:cNvSpPr txBox="true"/>
            <p:nvPr userDrawn="true"/>
          </p:nvSpPr>
          <p:spPr>
            <a:xfrm>
              <a:off x="15601" y="10027"/>
              <a:ext cx="3464" cy="543"/>
            </a:xfrm>
            <a:prstGeom prst="rect">
              <a:avLst/>
            </a:prstGeom>
            <a:noFill/>
          </p:spPr>
          <p:txBody>
            <a:bodyPr wrap="square" rtlCol="false">
              <a:spAutoFit/>
            </a:bodyPr>
            <a:lstStyle/>
            <a:p>
              <a:pPr marL="0" algn="l" defTabSz="914400" rtl="false" eaLnBrk="true" latinLnBrk="false" hangingPunct="true">
                <a:lnSpc>
                  <a:spcPct val="130000"/>
                </a:lnSpc>
              </a:pPr>
              <a:r>
                <a:rPr lang="zh-CN" altLang="en-US" sz="1400" kern="1200" dirty="false">
                  <a:gradFill>
                    <a:gsLst>
                      <a:gs pos="0">
                        <a:srgbClr val="0284E2"/>
                      </a:gs>
                      <a:gs pos="100000">
                        <a:srgbClr val="00B050"/>
                      </a:gs>
                    </a:gsLst>
                    <a:lin ang="0" scaled="false"/>
                  </a:gradFill>
                  <a:latin typeface="微软雅黑" panose="020B0503020204020204" pitchFamily="34" charset="-122"/>
                  <a:ea typeface="微软雅黑" panose="020B0503020204020204" pitchFamily="34" charset="-122"/>
                  <a:cs typeface="+mn-cs"/>
                </a:rPr>
                <a:t>智能终端操作系统根社区</a:t>
              </a:r>
              <a:endParaRPr/>
            </a:p>
          </p:txBody>
        </p:sp>
        <p:cxnSp>
          <p:nvCxnSpPr>
            <p:cNvPr id="49" name="直接连接符 7"/>
            <p:cNvCxnSpPr/>
            <p:nvPr userDrawn="true"/>
          </p:nvCxnSpPr>
          <p:spPr>
            <a:xfrm>
              <a:off x="18007" y="10528"/>
              <a:ext cx="847" cy="0"/>
            </a:xfrm>
            <a:prstGeom prst="line">
              <a:avLst/>
            </a:prstGeom>
            <a:ln w="19050">
              <a:solidFill>
                <a:srgbClr val="00B0F0"/>
              </a:solidFill>
            </a:ln>
          </p:spPr>
          <p:style>
            <a:lnRef idx="2">
              <a:schemeClr val="accent1"/>
            </a:lnRef>
            <a:fillRef idx="0">
              <a:srgbClr val="FFFFFF"/>
            </a:fillRef>
            <a:effectRef idx="0">
              <a:srgbClr val="FFFFFF"/>
            </a:effectRef>
            <a:fontRef idx="minor">
              <a:schemeClr val="tx1"/>
            </a:fontRef>
          </p:style>
        </p:cxnSp>
      </p:grp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p="http://schemas.openxmlformats.org/presentationml/2006/main" type="blank">
  <p:cSld name="空白">
    <p:spTree>
      <p:nvGrpSpPr>
        <p:cNvPr id="50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灯片编号占位符 3"/>
          <p:cNvSpPr>
            <a:spLocks noGrp="true"/>
          </p:cNvSpPr>
          <p:nvPr>
            <p:ph type="sldNum" sz="quarter" idx="12"/>
          </p:nvPr>
        </p:nvSpPr>
        <p:spPr/>
        <p:txBody>
          <a:bodyPr/>
          <a:lstStyle/>
          <a:p>
            <a:pPr/>
            <a:fld id="{49AE70B2-8BF9-45C0-BB95-33D1B9D3A854}" type="slidenum">
              <a:rPr lang="zh-CN" altLang="en-US" smtClean="false"/>
              <a:t>‹#›</a:t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p="http://schemas.openxmlformats.org/presentationml/2006/main" type="picTx">
  <p:cSld name="图片与标题">
    <p:spTree>
      <p:nvGrpSpPr>
        <p:cNvPr id="5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灯片编号占位符 6"/>
          <p:cNvSpPr>
            <a:spLocks noGrp="true"/>
          </p:cNvSpPr>
          <p:nvPr>
            <p:ph type="sldNum" sz="quarter" idx="12"/>
          </p:nvPr>
        </p:nvSpPr>
        <p:spPr/>
        <p:txBody>
          <a:bodyPr/>
          <a:lstStyle/>
          <a:p>
            <a:pPr/>
            <a:fld id="{FABC47A4-756D-490B-A52F-7D9E2C9FC05F}" type="slidenum">
              <a:rPr lang="zh-CN" altLang="en-US" smtClean="false"/>
              <a:t>‹#›</a:t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p="http://schemas.openxmlformats.org/presentationml/2006/main" type="vertTitleAndTx">
  <p:cSld name="竖排标题与文本">
    <p:spTree>
      <p:nvGrpSpPr>
        <p:cNvPr id="14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灯片编号占位符 5"/>
          <p:cNvSpPr>
            <a:spLocks noGrp="true"/>
          </p:cNvSpPr>
          <p:nvPr>
            <p:ph type="sldNum" sz="quarter" idx="12"/>
          </p:nvPr>
        </p:nvSpPr>
        <p:spPr/>
        <p:txBody>
          <a:bodyPr/>
          <a:lstStyle/>
          <a:p>
            <a:pPr/>
            <a:fld id="{49AE70B2-8BF9-45C0-BB95-33D1B9D3A854}" type="slidenum">
              <a:rPr lang="zh-CN" altLang="en-US" smtClean="false"/>
              <a:t>‹#›</a:t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p="http://schemas.openxmlformats.org/presentationml/2006/main">
  <p:cSld name="内容">
    <p:spTree>
      <p:nvGrpSpPr>
        <p:cNvPr id="16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灯片编号占位符 4"/>
          <p:cNvSpPr>
            <a:spLocks noGrp="true"/>
          </p:cNvSpPr>
          <p:nvPr>
            <p:ph type="sldNum" sz="quarter" idx="12"/>
          </p:nvPr>
        </p:nvSpPr>
        <p:spPr/>
        <p:txBody>
          <a:bodyPr/>
          <a:lstStyle/>
          <a:p>
            <a:pPr/>
            <a:fld id="{49AE70B2-8BF9-45C0-BB95-33D1B9D3A854}" type="slidenum">
              <a:rPr lang="zh-CN" altLang="en-US" smtClean="false"/>
              <a:t>‹#›</a:t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p="http://schemas.openxmlformats.org/presentationml/2006/main">
  <p:cSld name="Title">
    <p:spTree>
      <p:nvGrpSpPr>
        <p:cNvPr id="18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0" Type="http://schemas.openxmlformats.org/officeDocument/2006/relationships/slideLayout" Target="../slideLayouts/slideLayout1.xml"/><Relationship Id="rId1" Type="http://schemas.openxmlformats.org/officeDocument/2006/relationships/slideLayout" Target="../slideLayouts/slideLayout2.xml"/><Relationship Id="rId2" Type="http://schemas.openxmlformats.org/officeDocument/2006/relationships/slideLayout" Target="../slideLayouts/slideLayout3.xml"/><Relationship Id="rId3" Type="http://schemas.openxmlformats.org/officeDocument/2006/relationships/slideLayout" Target="../slideLayouts/slideLayout4.xml"/><Relationship Id="rId4" Type="http://schemas.openxmlformats.org/officeDocument/2006/relationships/slideLayout" Target="../slideLayouts/slideLayout5.xml"/><Relationship Id="rId5" Type="http://schemas.openxmlformats.org/officeDocument/2006/relationships/slideLayout" Target="../slideLayouts/slideLayout6.xml"/><Relationship Id="rId6" Type="http://schemas.openxmlformats.org/officeDocument/2006/relationships/slideLayout" Target="../slideLayouts/slideLayout7.xml"/><Relationship Id="rId7" Type="http://schemas.openxmlformats.org/officeDocument/2006/relationships/slideLayout" Target="../slideLayouts/slideLayout8.xml"/><Relationship Id="rId8" Type="http://schemas.openxmlformats.org/officeDocument/2006/relationships/slideLayout" Target="../slideLayouts/slideLayout9.xml"/><Relationship Id="rId9" Type="http://schemas.openxmlformats.org/officeDocument/2006/relationships/slideLayout" Target="../slideLayouts/slideLayout10.xml"/><Relationship Id="rId10" Type="http://schemas.openxmlformats.org/officeDocument/2006/relationships/slideLayout" Target="../slideLayouts/slideLayout11.xml"/><Relationship Id="rId11" Type="http://schemas.openxmlformats.org/officeDocument/2006/relationships/slideLayout" Target="../slideLayouts/slideLayout12.xml"/><Relationship Id="rId12" Type="http://schemas.openxmlformats.org/officeDocument/2006/relationships/slideLayout" Target="../slideLayouts/slideLayout13.xml"/><Relationship Id="rId1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Pr>
        <a:gradFill>
          <a:gsLst>
            <a:gs pos="0">
              <a:srgbClr val="00A6F9"/>
            </a:gs>
            <a:gs pos="100000">
              <a:srgbClr val="81BD0A"/>
            </a:gs>
          </a:gsLst>
          <a:lin ang="0" scaled="false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灯片编号占位符 5"/>
          <p:cNvSpPr>
            <a:spLocks noGrp="true"/>
          </p:cNvSpPr>
          <p:nvPr>
            <p:ph type="sldNum" sz="quarter" idx="4"/>
          </p:nvPr>
        </p:nvSpPr>
        <p:spPr>
          <a:xfrm>
            <a:off x="47244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false" anchor="ctr">
            <a:normAutofit/>
          </a:bodyPr>
          <a:lstStyle>
            <a:lvl1pPr algn="ctr">
              <a:defRPr sz="1200">
                <a:solidFill>
                  <a:schemeClr val="bg1"/>
                </a:solidFill>
                <a:latin typeface="Source Han Sans CN Normal" panose="020B0800000000000000" charset="-122"/>
                <a:ea typeface="Source Han Sans CN Normal" panose="020B0800000000000000" charset="-122"/>
              </a:defRPr>
            </a:lvl1pPr>
          </a:lstStyle>
          <a:p>
            <a:pPr/>
            <a:fld id="{49AE70B2-8BF9-45C0-BB95-33D1B9D3A854}" type="slidenum">
              <a:rPr lang="zh-CN" altLang="en-US" smtClean="false"/>
              <a:t>‹#›</a:t>
            </a:fld>
            <a:endParaRPr lang="zh-CN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0"/>
    <p:sldLayoutId id="2147483650" r:id="rId1"/>
    <p:sldLayoutId id="2147483651" r:id="rId2"/>
    <p:sldLayoutId id="2147483652" r:id="rId3"/>
    <p:sldLayoutId id="2147483653" r:id="rId4"/>
    <p:sldLayoutId id="2147483654" r:id="rId5"/>
    <p:sldLayoutId id="2147483655" r:id="rId6"/>
    <p:sldLayoutId id="2147483656" r:id="rId7"/>
    <p:sldLayoutId id="2147483657" r:id="rId8"/>
    <p:sldLayoutId id="2147483658" r:id="rId9"/>
    <p:sldLayoutId id="2147483659" r:id="rId10"/>
    <p:sldLayoutId id="2147483660" r:id="rId11"/>
    <p:sldLayoutId id="2147483661" r:id="rId12"/>
  </p:sldLayoutIdLst>
  <p:hf hdr="false" ftr="false" dt="false"/>
  <p:txStyles>
    <p:titleStyle>
      <a:lvl1pPr algn="l" defTabSz="914400" rtl="false" eaLnBrk="true" latinLnBrk="false" hangingPunct="true">
        <a:lnSpc>
          <a:spcPct val="90000"/>
        </a:lnSpc>
        <a:spcBef>
          <a:spcPct val="1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false" eaLnBrk="true" latinLnBrk="false" hangingPunct="true">
        <a:lnSpc>
          <a:spcPct val="90000"/>
        </a:lnSpc>
        <a:spcBef>
          <a:spcPts val="1000"/>
        </a:spcBef>
        <a:buFont typeface="Arial" panose="020B060402020209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false" eaLnBrk="true" latinLnBrk="false" hangingPunct="true">
        <a:lnSpc>
          <a:spcPct val="90000"/>
        </a:lnSpc>
        <a:spcBef>
          <a:spcPts val="500"/>
        </a:spcBef>
        <a:buFont typeface="Arial" panose="020B060402020209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false" eaLnBrk="true" latinLnBrk="false" hangingPunct="true">
        <a:lnSpc>
          <a:spcPct val="90000"/>
        </a:lnSpc>
        <a:spcBef>
          <a:spcPts val="500"/>
        </a:spcBef>
        <a:buFont typeface="Arial" panose="020B060402020209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false" eaLnBrk="true" latinLnBrk="false" hangingPunct="true">
        <a:lnSpc>
          <a:spcPct val="90000"/>
        </a:lnSpc>
        <a:spcBef>
          <a:spcPts val="500"/>
        </a:spcBef>
        <a:buFont typeface="Arial" panose="020B060402020209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false" eaLnBrk="true" latinLnBrk="false" hangingPunct="true">
        <a:lnSpc>
          <a:spcPct val="90000"/>
        </a:lnSpc>
        <a:spcBef>
          <a:spcPts val="500"/>
        </a:spcBef>
        <a:buFont typeface="Arial" panose="020B060402020209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false" eaLnBrk="true" latinLnBrk="false" hangingPunct="true">
        <a:lnSpc>
          <a:spcPct val="90000"/>
        </a:lnSpc>
        <a:spcBef>
          <a:spcPts val="500"/>
        </a:spcBef>
        <a:buFont typeface="Arial" panose="020B060402020209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false" eaLnBrk="true" latinLnBrk="false" hangingPunct="true">
        <a:lnSpc>
          <a:spcPct val="90000"/>
        </a:lnSpc>
        <a:spcBef>
          <a:spcPts val="500"/>
        </a:spcBef>
        <a:buFont typeface="Arial" panose="020B060402020209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false" eaLnBrk="true" latinLnBrk="false" hangingPunct="true">
        <a:lnSpc>
          <a:spcPct val="90000"/>
        </a:lnSpc>
        <a:spcBef>
          <a:spcPts val="500"/>
        </a:spcBef>
        <a:buFont typeface="Arial" panose="020B060402020209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false" eaLnBrk="true" latinLnBrk="false" hangingPunct="true">
        <a:lnSpc>
          <a:spcPct val="90000"/>
        </a:lnSpc>
        <a:spcBef>
          <a:spcPts val="500"/>
        </a:spcBef>
        <a:buFont typeface="Arial" panose="020B060402020209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false" eaLnBrk="true" latinLnBrk="false" hangingPunct="true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false" eaLnBrk="true" latinLnBrk="false" hangingPunct="true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false" eaLnBrk="true" latinLnBrk="false" hangingPunct="true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false" eaLnBrk="true" latinLnBrk="false" hangingPunct="true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false" eaLnBrk="true" latinLnBrk="false" hangingPunct="true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false" eaLnBrk="true" latinLnBrk="false" hangingPunct="true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false" eaLnBrk="true" latinLnBrk="false" hangingPunct="true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false" eaLnBrk="true" latinLnBrk="false" hangingPunct="true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false" eaLnBrk="true" latinLnBrk="false" hangingPunct="true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0" Type="http://schemas.openxmlformats.org/officeDocument/2006/relationships/slideLayout" Target="../slideLayouts/slideLayout2.xml"/></Relationships>
</file>

<file path=ppt/slides/_rels/slide2.xml.rels><?xml version='1.0' encoding='UTF-8' standalone='yes'?>
<Relationships xmlns="http://schemas.openxmlformats.org/package/2006/relationships"><Relationship Id="rId0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0" Type="http://schemas.openxmlformats.org/officeDocument/2006/relationships/slideLayout" Target="../slideLayouts/slideLayout5.xml"/></Relationships>
</file>

<file path=ppt/slides/_rels/slide4.xml.rels><?xml version='1.0' encoding='UTF-8' standalone='yes'?>
<Relationships xmlns="http://schemas.openxmlformats.org/package/2006/relationships"><Relationship Id="rId0" Type="http://schemas.openxmlformats.org/officeDocument/2006/relationships/slideLayout" Target="../slideLayouts/slideLayout5.xml"/><Relationship Id="rId2" Type="http://schemas.openxmlformats.org/officeDocument/2006/relationships/image" Target="../media/image1.jpg"/><Relationship Id="rId3" Type="http://schemas.openxmlformats.org/officeDocument/2006/relationships/image" Target="../media/image2.jpg"/></Relationships>
</file>

<file path=ppt/slides/_rels/slide5.xml.rels><?xml version='1.0' encoding='UTF-8' standalone='yes'?>
<Relationships xmlns="http://schemas.openxmlformats.org/package/2006/relationships"><Relationship Id="rId0" Type="http://schemas.openxmlformats.org/officeDocument/2006/relationships/slideLayout" Target="../slideLayouts/slideLayout5.xml"/></Relationships>
</file>

<file path=ppt/slides/_rels/slide6.xml.rels><?xml version='1.0' encoding='UTF-8' standalone='yes'?>
<Relationships xmlns="http://schemas.openxmlformats.org/package/2006/relationships"><Relationship Id="rId0" Type="http://schemas.openxmlformats.org/officeDocument/2006/relationships/slideLayout" Target="../slideLayouts/slideLayout5.xml"/></Relationships>
</file>

<file path=ppt/slides/_rels/slide7.xml.rels><?xml version='1.0' encoding='UTF-8' standalone='yes'?>
<Relationships xmlns="http://schemas.openxmlformats.org/package/2006/relationships"><Relationship Id="rId0" Type="http://schemas.openxmlformats.org/officeDocument/2006/relationships/slideLayout" Target="../slideLayouts/slideLayout5.xml"/><Relationship Id="rId2" Type="http://schemas.microsoft.com/office/2007/relationships/media" Target="../media/media1.mp4"/><Relationship Id="rId3" Type="http://schemas.openxmlformats.org/officeDocument/2006/relationships/video" Target="../media/media1.mp4"/><Relationship Id="rId4" Type="http://schemas.openxmlformats.org/officeDocument/2006/relationships/image" Target="../media/image3.png"/></Relationships>
</file>

<file path=ppt/slides/_rels/slide8.xml.rels><?xml version='1.0' encoding='UTF-8' standalone='yes'?>
<Relationships xmlns="http://schemas.openxmlformats.org/package/2006/relationships"><Relationship Id="rId0" Type="http://schemas.openxmlformats.org/officeDocument/2006/relationships/slideLayout" Target="../slideLayouts/slideLayout4.xml"/><Relationship Id="rId1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文本框 4"/>
          <p:cNvSpPr txBox="true"/>
          <p:nvPr/>
        </p:nvSpPr>
        <p:spPr>
          <a:xfrm>
            <a:off x="3417888" y="5226665"/>
            <a:ext cx="5356225" cy="701346"/>
          </a:xfrm>
          <a:prstGeom prst="rect">
            <a:avLst/>
          </a:prstGeom>
          <a:noFill/>
        </p:spPr>
        <p:txBody>
          <a:bodyPr wrap="square" rtlCol="false">
            <a:spAutoFit/>
          </a:bodyPr>
          <a:lstStyle/>
          <a:p>
            <a:pPr algn="ctr" fontAlgn="base">
              <a:lnSpc>
                <a:spcPct val="130000"/>
              </a:lnSpc>
              <a:spcBef>
                <a:spcPct val="1"/>
              </a:spcBef>
              <a:spcAft>
                <a:spcPct val="1"/>
              </a:spcAft>
            </a:pPr>
            <a:r>
              <a:rPr lang="zh-CN" altLang="en-US" sz="1600" dirty="false">
                <a:latin typeface="微软雅黑" panose="020B0503020204020204" pitchFamily="34" charset="-122"/>
                <a:ea typeface="微软雅黑" panose="020B0503020204020204" pitchFamily="34" charset="-122"/>
                <a:cs typeface="Source Han Sans CN Regular" panose="020B0800000000000000" charset="-122"/>
              </a:rPr>
              <a:t>赛队名：杉课</a:t>
            </a:r>
            <a:endParaRPr lang="en-US" altLang="zh-CN" sz="1600" dirty="false">
              <a:latin typeface="微软雅黑" panose="020B0503020204020204" pitchFamily="34" charset="-122"/>
              <a:ea typeface="微软雅黑" panose="020B0503020204020204" pitchFamily="34" charset="-122"/>
              <a:cs typeface="Source Han Sans CN Regular" panose="020B0800000000000000" charset="-122"/>
            </a:endParaRPr>
          </a:p>
          <a:p>
            <a:pPr algn="ctr" fontAlgn="base">
              <a:lnSpc>
                <a:spcPct val="130000"/>
              </a:lnSpc>
              <a:spcBef>
                <a:spcPct val="1"/>
              </a:spcBef>
              <a:spcAft>
                <a:spcPct val="1"/>
              </a:spcAft>
            </a:pPr>
            <a:r>
              <a:rPr lang="en-US" altLang="zh-CN" sz="1600" dirty="false">
                <a:latin typeface="微软雅黑" panose="020B0503020204020204" pitchFamily="34" charset="-122"/>
                <a:ea typeface="微软雅黑" panose="020B0503020204020204" pitchFamily="34" charset="-122"/>
                <a:cs typeface="Source Han Sans CN Regular" panose="020B0800000000000000" charset="-122"/>
              </a:rPr>
              <a:t>2026 年 10 月</a:t>
            </a:r>
            <a:r>
              <a:rPr lang="zh-CN" altLang="en-US" sz="1600" dirty="false">
                <a:latin typeface="微软雅黑" panose="020B0503020204020204" pitchFamily="34" charset="-122"/>
                <a:ea typeface="微软雅黑" panose="020B0503020204020204" pitchFamily="34" charset="-122"/>
                <a:cs typeface="Source Han Sans CN Regular" panose="020B0800000000000000" charset="-122"/>
              </a:rPr>
              <a:t/>
            </a:r>
            <a:endParaRPr lang="zh-CN" altLang="en-US" sz="1400" dirty="false">
              <a:latin typeface="微软雅黑" panose="020B0503020204020204" pitchFamily="34" charset="-122"/>
              <a:ea typeface="微软雅黑" panose="020B0503020204020204" pitchFamily="34" charset="-122"/>
              <a:cs typeface="Source Han Sans CN Regular" panose="020B0800000000000000" charset="-122"/>
            </a:endParaRPr>
          </a:p>
        </p:txBody>
      </p:sp>
      <p:sp>
        <p:nvSpPr>
          <p:cNvPr id="3" name="文本框 6"/>
          <p:cNvSpPr txBox="true"/>
          <p:nvPr/>
        </p:nvSpPr>
        <p:spPr>
          <a:xfrm>
            <a:off x="1908747" y="1852426"/>
            <a:ext cx="8374507" cy="830997"/>
          </a:xfrm>
          <a:prstGeom prst="rect">
            <a:avLst/>
          </a:prstGeom>
          <a:noFill/>
        </p:spPr>
        <p:txBody>
          <a:bodyPr wrap="square" rtlCol="false">
            <a:spAutoFit/>
          </a:bodyPr>
          <a:lstStyle/>
          <a:p>
            <a:pPr algn="ctr" fontAlgn="base">
              <a:spcBef>
                <a:spcPct val="1"/>
              </a:spcBef>
              <a:spcAft>
                <a:spcPct val="1"/>
              </a:spcAft>
              <a:defRPr/>
            </a:pPr>
            <a:r>
              <a:rPr lang="en-US" altLang="zh-CN" sz="4800" b="true" dirty="false">
                <a:solidFill>
                  <a:srgbClr val="08A8F6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Source Han Sans CN Bold" panose="020B0800000000000000" charset="-122"/>
              </a:rPr>
              <a:t>OH</a:t>
            </a:r>
            <a:r>
              <a:rPr lang="zh-CN" altLang="en-US" sz="4800" b="true" dirty="false">
                <a:solidFill>
                  <a:srgbClr val="08A8F6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Source Han Sans CN Bold" panose="020B0800000000000000" charset="-122"/>
              </a:rPr>
              <a:t>创新大赛赛道三作品提交</a:t>
            </a:r>
            <a:endParaRPr lang="en-US" altLang="zh-CN" sz="4800" b="true" dirty="false">
              <a:solidFill>
                <a:srgbClr val="08A8F6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Source Han Sans CN Bold" panose="020B0800000000000000" charset="-122"/>
            </a:endParaRPr>
          </a:p>
        </p:txBody>
      </p:sp>
      <p:sp>
        <p:nvSpPr>
          <p:cNvPr id="4" name="文本框 10"/>
          <p:cNvSpPr txBox="true"/>
          <p:nvPr/>
        </p:nvSpPr>
        <p:spPr>
          <a:xfrm>
            <a:off x="3232175" y="2868089"/>
            <a:ext cx="5727650" cy="523220"/>
          </a:xfrm>
          <a:prstGeom prst="rect">
            <a:avLst/>
          </a:prstGeom>
          <a:noFill/>
        </p:spPr>
        <p:txBody>
          <a:bodyPr wrap="square" rtlCol="false">
            <a:spAutoFit/>
          </a:bodyPr>
          <a:lstStyle/>
          <a:p>
            <a:pPr algn="ctr" fontAlgn="base">
              <a:spcBef>
                <a:spcPct val="1"/>
              </a:spcBef>
              <a:spcAft>
                <a:spcPct val="1"/>
              </a:spcAft>
              <a:defRPr/>
            </a:pPr>
            <a:r>
              <a:rPr lang="zh-CN" altLang="en-US" sz="2800" dirty="false">
                <a:solidFill>
                  <a:srgbClr val="08A8F6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Source Han Sans CN Bold" panose="020B0800000000000000" charset="-122"/>
              </a:rPr>
              <a:t>杉课</a:t>
            </a:r>
            <a:endParaRPr lang="en-US" altLang="zh-CN" sz="2800" dirty="false">
              <a:solidFill>
                <a:srgbClr val="08A8F6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Source Han Sans CN Bold" panose="020B0800000000000000" charset="-122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>
  <p:cSld>
    <p:spTree>
      <p:nvGrpSpPr>
        <p:cNvPr id="5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圆角矩形 26"/>
          <p:cNvSpPr/>
          <p:nvPr/>
        </p:nvSpPr>
        <p:spPr>
          <a:xfrm>
            <a:off x="2741964" y="2138212"/>
            <a:ext cx="713740" cy="713740"/>
          </a:xfrm>
          <a:prstGeom prst="round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false" anchor="ctr"/>
          <a:lstStyle/>
          <a:p>
            <a:pPr algn="ctr"/>
            <a:r>
              <a:rPr lang="en-US" altLang="zh-CN" sz="2400" b="true" dirty="false">
                <a:solidFill>
                  <a:schemeClr val="tx2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01</a:t>
            </a:r>
            <a:endParaRPr/>
          </a:p>
        </p:txBody>
      </p:sp>
      <p:sp>
        <p:nvSpPr>
          <p:cNvPr id="7" name="圆角矩形 27"/>
          <p:cNvSpPr/>
          <p:nvPr/>
        </p:nvSpPr>
        <p:spPr>
          <a:xfrm>
            <a:off x="3585244" y="3076107"/>
            <a:ext cx="6855091" cy="713740"/>
          </a:xfrm>
          <a:prstGeom prst="roundRect">
            <a:avLst/>
          </a:prstGeom>
          <a:solidFill>
            <a:schemeClr val="bg1"/>
          </a:solidFill>
          <a:ln>
            <a:solidFill>
              <a:srgbClr val="00B0F0"/>
            </a:solidFill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lIns="360000" rtlCol="false" anchor="ctr" anchorCtr="false"/>
          <a:lstStyle/>
          <a:p>
            <a:pPr marL="0" marR="0" lvl="0" indent="0" algn="l" defTabSz="914400" rtl="false" eaLnBrk="true" fontAlgn="ctr" latinLnBrk="false" hangingPunct="true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lang="zh-CN" altLang="en-US" sz="2400" b="true" dirty="false">
                <a:solidFill>
                  <a:schemeClr val="tx2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Microsoft YaHei Regular" panose="020B0503020204020204" charset="-122"/>
                <a:sym typeface="+mn-ea"/>
              </a:rPr>
              <a:t>应用核心功能</a:t>
            </a:r>
            <a:endParaRPr lang="en-US" altLang="zh-CN" sz="2400" b="true" noProof="false" dirty="false">
              <a:ln>
                <a:noFill/>
              </a:ln>
              <a:solidFill>
                <a:schemeClr val="tx2"/>
              </a:solidFill>
              <a:effectLst/>
              <a:uLnTx/>
              <a:uFillTx/>
              <a:latin typeface="微软雅黑" panose="020B0503020204020204" pitchFamily="34" charset="-122"/>
              <a:ea typeface="微软雅黑" panose="020B0503020204020204" pitchFamily="34" charset="-122"/>
              <a:cs typeface="Microsoft YaHei Regular" panose="020B0503020204020204" charset="-122"/>
              <a:sym typeface="+mn-ea"/>
            </a:endParaRPr>
          </a:p>
        </p:txBody>
      </p:sp>
      <p:sp>
        <p:nvSpPr>
          <p:cNvPr id="8" name="圆角矩形 28"/>
          <p:cNvSpPr/>
          <p:nvPr/>
        </p:nvSpPr>
        <p:spPr>
          <a:xfrm>
            <a:off x="2734344" y="3063407"/>
            <a:ext cx="713740" cy="713740"/>
          </a:xfrm>
          <a:prstGeom prst="round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false" anchor="ctr"/>
          <a:lstStyle/>
          <a:p>
            <a:pPr algn="ctr"/>
            <a:r>
              <a:rPr lang="en-US" altLang="zh-CN" sz="2400" b="true" dirty="false">
                <a:solidFill>
                  <a:schemeClr val="tx2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02</a:t>
            </a:r>
            <a:endParaRPr/>
          </a:p>
        </p:txBody>
      </p:sp>
      <p:sp>
        <p:nvSpPr>
          <p:cNvPr id="9" name="圆角矩形 29"/>
          <p:cNvSpPr/>
          <p:nvPr/>
        </p:nvSpPr>
        <p:spPr>
          <a:xfrm>
            <a:off x="3585244" y="4001302"/>
            <a:ext cx="6855091" cy="713740"/>
          </a:xfrm>
          <a:prstGeom prst="roundRect">
            <a:avLst/>
          </a:prstGeom>
          <a:solidFill>
            <a:schemeClr val="bg1"/>
          </a:solidFill>
          <a:ln>
            <a:solidFill>
              <a:srgbClr val="00B0F0"/>
            </a:solidFill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lIns="360000" rtlCol="false" anchor="ctr" anchorCtr="false"/>
          <a:lstStyle/>
          <a:p>
            <a:pPr marL="0" marR="0" lvl="0" indent="0" algn="l" defTabSz="914400" rtl="false" eaLnBrk="true" fontAlgn="ctr" latinLnBrk="false" hangingPunct="true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lang="zh-CN" altLang="en-US" sz="2400" b="true" dirty="false">
                <a:solidFill>
                  <a:schemeClr val="tx2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Microsoft YaHei Regular" panose="020B0503020204020204" charset="-122"/>
                <a:sym typeface="+mn-ea"/>
              </a:rPr>
              <a:t>创新性</a:t>
            </a:r>
            <a:endParaRPr lang="en-US" altLang="zh-CN" sz="2400" b="true" noProof="false" dirty="false">
              <a:ln>
                <a:noFill/>
              </a:ln>
              <a:solidFill>
                <a:schemeClr val="tx2"/>
              </a:solidFill>
              <a:effectLst/>
              <a:uLnTx/>
              <a:uFillTx/>
              <a:latin typeface="微软雅黑" panose="020B0503020204020204" pitchFamily="34" charset="-122"/>
              <a:ea typeface="微软雅黑" panose="020B0503020204020204" pitchFamily="34" charset="-122"/>
              <a:cs typeface="Microsoft YaHei Regular" panose="020B0503020204020204" charset="-122"/>
              <a:sym typeface="+mn-ea"/>
            </a:endParaRPr>
          </a:p>
        </p:txBody>
      </p:sp>
      <p:sp>
        <p:nvSpPr>
          <p:cNvPr id="10" name="圆角矩形 30"/>
          <p:cNvSpPr/>
          <p:nvPr/>
        </p:nvSpPr>
        <p:spPr>
          <a:xfrm>
            <a:off x="2734344" y="3988602"/>
            <a:ext cx="713740" cy="713740"/>
          </a:xfrm>
          <a:prstGeom prst="round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false" anchor="ctr"/>
          <a:lstStyle/>
          <a:p>
            <a:pPr algn="ctr"/>
            <a:r>
              <a:rPr lang="en-US" altLang="zh-CN" sz="2400" b="true" dirty="false">
                <a:solidFill>
                  <a:schemeClr val="tx2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03</a:t>
            </a:r>
            <a:endParaRPr/>
          </a:p>
        </p:txBody>
      </p:sp>
      <p:sp>
        <p:nvSpPr>
          <p:cNvPr id="11" name="圆角矩形 44"/>
          <p:cNvSpPr/>
          <p:nvPr/>
        </p:nvSpPr>
        <p:spPr>
          <a:xfrm>
            <a:off x="3597944" y="2138212"/>
            <a:ext cx="6855091" cy="713740"/>
          </a:xfrm>
          <a:prstGeom prst="roundRect">
            <a:avLst/>
          </a:prstGeom>
          <a:solidFill>
            <a:schemeClr val="bg1"/>
          </a:solidFill>
          <a:ln>
            <a:solidFill>
              <a:srgbClr val="00B0F0"/>
            </a:solidFill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lIns="360000" rtlCol="false" anchor="ctr" anchorCtr="false"/>
          <a:lstStyle/>
          <a:p>
            <a:pPr marL="0" marR="0" lvl="0" indent="0" algn="l" defTabSz="914400" rtl="false" eaLnBrk="true" fontAlgn="ctr" latinLnBrk="false" hangingPunct="true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lang="zh-CN" altLang="en-US" sz="2400" b="true" dirty="false">
                <a:solidFill>
                  <a:schemeClr val="tx2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Microsoft YaHei Regular" panose="020B0503020204020204" charset="-122"/>
                <a:sym typeface="+mn-ea"/>
              </a:rPr>
              <a:t>创作简介</a:t>
            </a:r>
            <a:endParaRPr lang="en-US" altLang="zh-CN" sz="2400" b="true" dirty="false">
              <a:solidFill>
                <a:schemeClr val="tx2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Microsoft YaHei Regular" panose="020B0503020204020204" charset="-122"/>
              <a:sym typeface="+mn-ea"/>
            </a:endParaRPr>
          </a:p>
        </p:txBody>
      </p:sp>
      <p:sp>
        <p:nvSpPr>
          <p:cNvPr id="12" name="灯片编号占位符 2"/>
          <p:cNvSpPr>
            <a:spLocks noGrp="true"/>
          </p:cNvSpPr>
          <p:nvPr>
            <p:ph type="sldNum" sz="quarter" idx="12"/>
          </p:nvPr>
        </p:nvSpPr>
        <p:spPr/>
        <p:txBody>
          <a:bodyPr/>
          <a:lstStyle/>
          <a:p>
            <a:pPr/>
            <a:fld id="{49AE70B2-8BF9-45C0-BB95-33D1B9D3A854}" type="slidenum">
              <a:rPr lang="zh-CN" altLang="en-US" smtClean="false"/>
              <a:t>2</a:t>
            </a:fld>
            <a:endParaRPr lang="zh-CN" altLang="en-US"/>
          </a:p>
        </p:txBody>
      </p:sp>
      <p:sp>
        <p:nvSpPr>
          <p:cNvPr id="13" name="圆角矩形 29"/>
          <p:cNvSpPr/>
          <p:nvPr/>
        </p:nvSpPr>
        <p:spPr>
          <a:xfrm>
            <a:off x="3597944" y="4913797"/>
            <a:ext cx="6855091" cy="713740"/>
          </a:xfrm>
          <a:prstGeom prst="roundRect">
            <a:avLst/>
          </a:prstGeom>
          <a:solidFill>
            <a:schemeClr val="bg1"/>
          </a:solidFill>
          <a:ln>
            <a:solidFill>
              <a:srgbClr val="00B0F0"/>
            </a:solidFill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lIns="360000" rtlCol="false" anchor="ctr" anchorCtr="false"/>
          <a:lstStyle/>
          <a:p>
            <a:pPr marL="0" marR="0" lvl="0" indent="0" algn="l" defTabSz="914400" rtl="false" eaLnBrk="true" fontAlgn="ctr" latinLnBrk="false" hangingPunct="true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lang="zh-CN" altLang="en-US" sz="2400" b="true" noProof="false" dirty="false">
                <a:ln>
                  <a:noFill/>
                </a:ln>
                <a:solidFill>
                  <a:schemeClr val="tx2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Microsoft YaHei Regular" panose="020B0503020204020204" charset="-122"/>
                <a:sym typeface="+mn-ea"/>
              </a:rPr>
              <a:t>商业价值</a:t>
            </a:r>
            <a:endParaRPr lang="en-US" altLang="zh-CN" sz="2400" b="true" noProof="false" dirty="false">
              <a:ln>
                <a:noFill/>
              </a:ln>
              <a:solidFill>
                <a:schemeClr val="tx2"/>
              </a:solidFill>
              <a:effectLst/>
              <a:uLnTx/>
              <a:uFillTx/>
              <a:latin typeface="微软雅黑" panose="020B0503020204020204" pitchFamily="34" charset="-122"/>
              <a:ea typeface="微软雅黑" panose="020B0503020204020204" pitchFamily="34" charset="-122"/>
              <a:cs typeface="Microsoft YaHei Regular" panose="020B0503020204020204" charset="-122"/>
              <a:sym typeface="+mn-ea"/>
            </a:endParaRPr>
          </a:p>
        </p:txBody>
      </p:sp>
      <p:sp>
        <p:nvSpPr>
          <p:cNvPr id="14" name="圆角矩形 30"/>
          <p:cNvSpPr/>
          <p:nvPr/>
        </p:nvSpPr>
        <p:spPr>
          <a:xfrm>
            <a:off x="2747044" y="4901097"/>
            <a:ext cx="713740" cy="713740"/>
          </a:xfrm>
          <a:prstGeom prst="round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false" anchor="ctr"/>
          <a:lstStyle/>
          <a:p>
            <a:pPr algn="ctr"/>
            <a:r>
              <a:rPr lang="en-US" altLang="zh-CN" sz="2400" b="true" dirty="false">
                <a:solidFill>
                  <a:schemeClr val="tx2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04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>
  <p:cSld>
    <p:spTree>
      <p:nvGrpSpPr>
        <p:cNvPr id="15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灯片编号占位符 1"/>
          <p:cNvSpPr>
            <a:spLocks noGrp="true"/>
          </p:cNvSpPr>
          <p:nvPr>
            <p:ph type="sldNum" sz="quarter" idx="12"/>
          </p:nvPr>
        </p:nvSpPr>
        <p:spPr/>
        <p:txBody>
          <a:bodyPr/>
          <a:lstStyle/>
          <a:p>
            <a:pPr/>
            <a:fld id="{49AE70B2-8BF9-45C0-BB95-33D1B9D3A854}" type="slidenum">
              <a:rPr lang="zh-CN" altLang="en-US" smtClean="false">
                <a:latin typeface="微软雅黑" panose="020B0503020204020204" pitchFamily="34" charset="-122"/>
                <a:ea typeface="微软雅黑" panose="020B0503020204020204" pitchFamily="34" charset="-122"/>
              </a:rPr>
              <a:t>3</a:t>
            </a:fld>
            <a:endParaRPr lang="zh-CN" altLang="en-US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17" name="文本占位符 2"/>
          <p:cNvSpPr>
            <a:spLocks noGrp="true"/>
          </p:cNvSpPr>
          <p:nvPr>
            <p:ph type="body" sz="quarter" idx="13"/>
          </p:nvPr>
        </p:nvSpPr>
        <p:spPr>
          <a:xfrm>
            <a:off x="195815" y="200290"/>
            <a:ext cx="5966068" cy="446134"/>
          </a:xfrm>
        </p:spPr>
        <p:txBody>
          <a:bodyPr anchor="ctr"/>
          <a:lstStyle/>
          <a:p>
            <a:pPr/>
            <a:r>
              <a:rPr kumimoji="true" lang="zh-CN" altLang="en-US" dirty="false"/>
              <a:t>创作简介</a:t>
            </a:r>
            <a:endParaRPr kumimoji="true" lang="zh-CN" altLang="en-US" sz="2800" dirty="false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18" name="文本框 4"/>
          <p:cNvSpPr txBox="true"/>
          <p:nvPr/>
        </p:nvSpPr>
        <p:spPr>
          <a:xfrm>
            <a:off x="681316" y="2986110"/>
            <a:ext cx="3012141" cy="381258"/>
          </a:xfrm>
          <a:prstGeom prst="rect">
            <a:avLst/>
          </a:prstGeom>
          <a:noFill/>
        </p:spPr>
        <p:txBody>
          <a:bodyPr wrap="square" rtlCol="false">
            <a:spAutoFit/>
          </a:bodyPr>
          <a:lstStyle/>
          <a:p>
            <a:pPr fontAlgn="base">
              <a:lnSpc>
                <a:spcPct val="130000"/>
              </a:lnSpc>
              <a:spcBef>
                <a:spcPct val="1"/>
              </a:spcBef>
              <a:spcAft>
                <a:spcPct val="1"/>
              </a:spcAft>
            </a:pPr>
            <a:r>
              <a:rPr lang="zh-CN" altLang="en-US" sz="1600" b="true" dirty="false">
                <a:latin typeface="微软雅黑" panose="020B0503020204020204" pitchFamily="34" charset="-122"/>
                <a:ea typeface="微软雅黑" panose="020B0503020204020204" pitchFamily="34" charset="-122"/>
                <a:cs typeface="Source Han Sans CN Regular" panose="020B0800000000000000" charset="-122"/>
              </a:rPr>
              <a:t>为什么做这款APP</a:t>
            </a:r>
            <a:r>
              <a:rPr lang="en-US" altLang="zh-CN" sz="1600" b="true" dirty="false">
                <a:latin typeface="微软雅黑" panose="020B0503020204020204" pitchFamily="34" charset="-122"/>
                <a:ea typeface="微软雅黑" panose="020B0503020204020204" pitchFamily="34" charset="-122"/>
                <a:cs typeface="Source Han Sans CN Regular" panose="020B0800000000000000" charset="-122"/>
              </a:rPr>
              <a:t/>
            </a:r>
            <a:r>
              <a:rPr lang="zh-CN" altLang="en-US" sz="1600" b="true" dirty="false">
                <a:latin typeface="微软雅黑" panose="020B0503020204020204" pitchFamily="34" charset="-122"/>
                <a:ea typeface="微软雅黑" panose="020B0503020204020204" pitchFamily="34" charset="-122"/>
                <a:cs typeface="Source Han Sans CN Regular" panose="020B0800000000000000" charset="-122"/>
              </a:rPr>
              <a:t/>
            </a:r>
            <a:r>
              <a:rPr lang="en-US" altLang="zh-CN" sz="1600" b="true" dirty="false">
                <a:latin typeface="微软雅黑" panose="020B0503020204020204" pitchFamily="34" charset="-122"/>
                <a:ea typeface="微软雅黑" panose="020B0503020204020204" pitchFamily="34" charset="-122"/>
                <a:cs typeface="Source Han Sans CN Regular" panose="020B0800000000000000" charset="-122"/>
              </a:rPr>
              <a:t/>
            </a:r>
            <a:r>
              <a:rPr lang="zh-CN" altLang="en-US" sz="1600" b="true" dirty="false">
                <a:latin typeface="微软雅黑" panose="020B0503020204020204" pitchFamily="34" charset="-122"/>
                <a:ea typeface="微软雅黑" panose="020B0503020204020204" pitchFamily="34" charset="-122"/>
                <a:cs typeface="Source Han Sans CN Regular" panose="020B0800000000000000" charset="-122"/>
              </a:rPr>
              <a:t/>
            </a:r>
            <a:endParaRPr lang="en-US" altLang="zh-CN" sz="1600" b="true" dirty="false">
              <a:latin typeface="微软雅黑" panose="020B0503020204020204" pitchFamily="34" charset="-122"/>
              <a:ea typeface="微软雅黑" panose="020B0503020204020204" pitchFamily="34" charset="-122"/>
              <a:cs typeface="Source Han Sans CN Regular" panose="020B0800000000000000" charset="-122"/>
            </a:endParaRPr>
          </a:p>
        </p:txBody>
      </p:sp>
      <p:sp>
        <p:nvSpPr>
          <p:cNvPr id="19" name="文本框 4"/>
          <p:cNvSpPr txBox="true"/>
          <p:nvPr/>
        </p:nvSpPr>
        <p:spPr>
          <a:xfrm>
            <a:off x="681316" y="4569388"/>
            <a:ext cx="3012141" cy="381258"/>
          </a:xfrm>
          <a:prstGeom prst="rect">
            <a:avLst/>
          </a:prstGeom>
          <a:noFill/>
        </p:spPr>
        <p:txBody>
          <a:bodyPr wrap="square" rtlCol="false">
            <a:spAutoFit/>
          </a:bodyPr>
          <a:lstStyle/>
          <a:p>
            <a:pPr fontAlgn="base">
              <a:lnSpc>
                <a:spcPct val="130000"/>
              </a:lnSpc>
              <a:spcBef>
                <a:spcPct val="1"/>
              </a:spcBef>
              <a:spcAft>
                <a:spcPct val="1"/>
              </a:spcAft>
            </a:pPr>
            <a:r>
              <a:rPr lang="zh-CN" altLang="en-US" sz="1600" b="true" dirty="false">
                <a:latin typeface="微软雅黑" panose="020B0503020204020204" pitchFamily="34" charset="-122"/>
                <a:ea typeface="微软雅黑" panose="020B0503020204020204" pitchFamily="34" charset="-122"/>
                <a:cs typeface="Source Han Sans CN Regular" panose="020B0800000000000000" charset="-122"/>
              </a:rPr>
              <a:t>应用一句话亮点</a:t>
            </a:r>
            <a:endParaRPr lang="en-US" altLang="zh-CN" sz="1600" b="true" dirty="false">
              <a:latin typeface="微软雅黑" panose="020B0503020204020204" pitchFamily="34" charset="-122"/>
              <a:ea typeface="微软雅黑" panose="020B0503020204020204" pitchFamily="34" charset="-122"/>
              <a:cs typeface="Source Han Sans CN Regular" panose="020B0800000000000000" charset="-122"/>
            </a:endParaRPr>
          </a:p>
        </p:txBody>
      </p:sp>
      <p:sp>
        <p:nvSpPr>
          <p:cNvPr id="20" name="文本框 4"/>
          <p:cNvSpPr txBox="true"/>
          <p:nvPr/>
        </p:nvSpPr>
        <p:spPr>
          <a:xfrm>
            <a:off x="681316" y="950500"/>
            <a:ext cx="8516472" cy="1981696"/>
          </a:xfrm>
          <a:prstGeom prst="rect">
            <a:avLst/>
          </a:prstGeom>
          <a:noFill/>
        </p:spPr>
        <p:txBody>
          <a:bodyPr wrap="square" rtlCol="false">
            <a:spAutoFit/>
          </a:bodyPr>
          <a:lstStyle/>
          <a:p>
            <a:pPr fontAlgn="base">
              <a:lnSpc>
                <a:spcPct val="130000"/>
              </a:lnSpc>
              <a:spcBef>
                <a:spcPct val="1"/>
              </a:spcBef>
              <a:spcAft>
                <a:spcPct val="1"/>
              </a:spcAft>
            </a:pPr>
            <a:r>
              <a:rPr lang="zh-CN" altLang="en-US" sz="1600" b="true" dirty="false">
                <a:latin typeface="微软雅黑" panose="020B0503020204020204" pitchFamily="34" charset="-122"/>
                <a:ea typeface="微软雅黑" panose="020B0503020204020204" pitchFamily="34" charset="-122"/>
                <a:cs typeface="Source Han Sans CN Regular" panose="020B0800000000000000" charset="-122"/>
              </a:rPr>
              <a:t>团队简介：</a:t>
            </a:r>
            <a:endParaRPr lang="en-US" altLang="zh-CN" sz="1600" b="true" dirty="false">
              <a:latin typeface="微软雅黑" panose="020B0503020204020204" pitchFamily="34" charset="-122"/>
              <a:ea typeface="微软雅黑" panose="020B0503020204020204" pitchFamily="34" charset="-122"/>
              <a:cs typeface="Source Han Sans CN Regular" panose="020B0800000000000000" charset="-122"/>
            </a:endParaRPr>
          </a:p>
          <a:p>
            <a:pPr fontAlgn="base">
              <a:lnSpc>
                <a:spcPct val="130000"/>
              </a:lnSpc>
              <a:spcBef>
                <a:spcPct val="1"/>
              </a:spcBef>
              <a:spcAft>
                <a:spcPct val="1"/>
              </a:spcAft>
            </a:pPr>
            <a:r>
              <a:rPr lang="zh-CN" altLang="en-US" sz="1600" dirty="false">
                <a:latin typeface="微软雅黑" panose="020B0503020204020204" pitchFamily="34" charset="-122"/>
                <a:ea typeface="微软雅黑" panose="020B0503020204020204" pitchFamily="34" charset="-122"/>
                <a:cs typeface="Source Han Sans CN Regular" panose="020B0800000000000000" charset="-122"/>
              </a:rPr>
              <a:t>队长： 孙涵韬</a:t>
            </a:r>
            <a:endParaRPr lang="en-US" altLang="zh-CN" sz="1600" dirty="false">
              <a:latin typeface="微软雅黑" panose="020B0503020204020204" pitchFamily="34" charset="-122"/>
              <a:ea typeface="微软雅黑" panose="020B0503020204020204" pitchFamily="34" charset="-122"/>
              <a:cs typeface="Source Han Sans CN Regular" panose="020B0800000000000000" charset="-122"/>
            </a:endParaRPr>
          </a:p>
          <a:p>
            <a:pPr fontAlgn="base">
              <a:lnSpc>
                <a:spcPct val="130000"/>
              </a:lnSpc>
              <a:spcBef>
                <a:spcPct val="1"/>
              </a:spcBef>
              <a:spcAft>
                <a:spcPct val="1"/>
              </a:spcAft>
            </a:pPr>
            <a:r>
              <a:rPr lang="zh-CN" altLang="en-US" sz="1600" dirty="false">
                <a:latin typeface="微软雅黑" panose="020B0503020204020204" pitchFamily="34" charset="-122"/>
                <a:ea typeface="微软雅黑" panose="020B0503020204020204" pitchFamily="34" charset="-122"/>
                <a:cs typeface="Source Han Sans CN Regular" panose="020B0800000000000000" charset="-122"/>
              </a:rPr>
              <a:t>团队成员： 孙涵韬（独立开发）</a:t>
            </a:r>
            <a:endParaRPr lang="en-US" altLang="zh-CN" sz="1600" dirty="false">
              <a:latin typeface="微软雅黑" panose="020B0503020204020204" pitchFamily="34" charset="-122"/>
              <a:ea typeface="微软雅黑" panose="020B0503020204020204" pitchFamily="34" charset="-122"/>
              <a:cs typeface="Source Han Sans CN Regular" panose="020B0800000000000000" charset="-122"/>
            </a:endParaRPr>
          </a:p>
          <a:p>
            <a:pPr fontAlgn="base">
              <a:lnSpc>
                <a:spcPct val="130000"/>
              </a:lnSpc>
              <a:spcBef>
                <a:spcPct val="1"/>
              </a:spcBef>
              <a:spcAft>
                <a:spcPct val="1"/>
              </a:spcAft>
            </a:pPr>
            <a:r>
              <a:rPr lang="zh-CN" altLang="en-US" sz="1600" dirty="false">
                <a:latin typeface="微软雅黑" panose="020B0503020204020204" pitchFamily="34" charset="-122"/>
                <a:ea typeface="微软雅黑" panose="020B0503020204020204" pitchFamily="34" charset="-122"/>
                <a:cs typeface="Source Han Sans CN Regular" panose="020B0800000000000000" charset="-122"/>
              </a:rPr>
              <a:t>学校&amp;专业： 上海杉达学院 · 数据科学与大数据技术</a:t>
            </a:r>
            <a:r>
              <a:rPr lang="en-US" altLang="zh-CN" sz="1600" dirty="false">
                <a:latin typeface="微软雅黑" panose="020B0503020204020204" pitchFamily="34" charset="-122"/>
                <a:ea typeface="微软雅黑" panose="020B0503020204020204" pitchFamily="34" charset="-122"/>
                <a:cs typeface="Source Han Sans CN Regular" panose="020B0800000000000000" charset="-122"/>
              </a:rPr>
              <a:t/>
            </a:r>
            <a:r>
              <a:rPr lang="zh-CN" altLang="en-US" sz="1600" dirty="false">
                <a:latin typeface="微软雅黑" panose="020B0503020204020204" pitchFamily="34" charset="-122"/>
                <a:ea typeface="微软雅黑" panose="020B0503020204020204" pitchFamily="34" charset="-122"/>
                <a:cs typeface="Source Han Sans CN Regular" panose="020B0800000000000000" charset="-122"/>
              </a:rPr>
              <a:t/>
            </a:r>
            <a:endParaRPr lang="en-US" altLang="zh-CN" sz="1600" dirty="false">
              <a:latin typeface="微软雅黑" panose="020B0503020204020204" pitchFamily="34" charset="-122"/>
              <a:ea typeface="微软雅黑" panose="020B0503020204020204" pitchFamily="34" charset="-122"/>
              <a:cs typeface="Source Han Sans CN Regular" panose="020B0800000000000000" charset="-122"/>
            </a:endParaRPr>
          </a:p>
          <a:p>
            <a:pPr fontAlgn="base">
              <a:lnSpc>
                <a:spcPct val="130000"/>
              </a:lnSpc>
              <a:spcBef>
                <a:spcPct val="1"/>
              </a:spcBef>
              <a:spcAft>
                <a:spcPct val="1"/>
              </a:spcAft>
            </a:pPr>
            <a:r>
              <a:rPr lang="zh-CN" altLang="en-US" sz="1600" dirty="false">
                <a:latin typeface="微软雅黑" panose="020B0503020204020204" pitchFamily="34" charset="-122"/>
                <a:ea typeface="微软雅黑" panose="020B0503020204020204" pitchFamily="34" charset="-122"/>
                <a:cs typeface="Source Han Sans CN Regular" panose="020B0800000000000000" charset="-122"/>
              </a:rPr>
              <a:t>指导老师： 祝欣蓉</a:t>
            </a:r>
            <a:endParaRPr lang="en-US" altLang="zh-CN" sz="1600" dirty="false">
              <a:latin typeface="微软雅黑" panose="020B0503020204020204" pitchFamily="34" charset="-122"/>
              <a:ea typeface="微软雅黑" panose="020B0503020204020204" pitchFamily="34" charset="-122"/>
              <a:cs typeface="Source Han Sans CN Regular" panose="020B0800000000000000" charset="-122"/>
            </a:endParaRPr>
          </a:p>
          <a:p>
            <a:pPr fontAlgn="base">
              <a:lnSpc>
                <a:spcPct val="130000"/>
              </a:lnSpc>
              <a:spcBef>
                <a:spcPct val="1"/>
              </a:spcBef>
              <a:spcAft>
                <a:spcPct val="1"/>
              </a:spcAft>
            </a:pPr>
            <a:r>
              <a:rPr lang="zh-CN" altLang="en-US" sz="1600" dirty="false">
                <a:latin typeface="微软雅黑" panose="020B0503020204020204" pitchFamily="34" charset="-122"/>
                <a:ea typeface="微软雅黑" panose="020B0503020204020204" pitchFamily="34" charset="-122"/>
                <a:cs typeface="Source Han Sans CN Regular" panose="020B0800000000000000" charset="-122"/>
              </a:rPr>
              <a:t>联络人手机号&amp;微信号： 13601785818 / bobohihihihi</a:t>
            </a:r>
            <a:r>
              <a:rPr lang="en-US" altLang="zh-CN" sz="1600" dirty="false">
                <a:latin typeface="微软雅黑" panose="020B0503020204020204" pitchFamily="34" charset="-122"/>
                <a:ea typeface="微软雅黑" panose="020B0503020204020204" pitchFamily="34" charset="-122"/>
                <a:cs typeface="Source Han Sans CN Regular" panose="020B0800000000000000" charset="-122"/>
              </a:rPr>
              <a:t/>
            </a:r>
            <a:r>
              <a:rPr lang="zh-CN" altLang="en-US" sz="1600" dirty="false">
                <a:latin typeface="微软雅黑" panose="020B0503020204020204" pitchFamily="34" charset="-122"/>
                <a:ea typeface="微软雅黑" panose="020B0503020204020204" pitchFamily="34" charset="-122"/>
                <a:cs typeface="Source Han Sans CN Regular" panose="020B0800000000000000" charset="-122"/>
              </a:rPr>
              <a:t/>
            </a:r>
            <a:endParaRPr lang="en-US" altLang="zh-CN" sz="1600" dirty="false">
              <a:latin typeface="微软雅黑" panose="020B0503020204020204" pitchFamily="34" charset="-122"/>
              <a:ea typeface="微软雅黑" panose="020B0503020204020204" pitchFamily="34" charset="-122"/>
              <a:cs typeface="Source Han Sans CN Regular" panose="020B0800000000000000" charset="-122"/>
            </a:endParaRPr>
          </a:p>
        </p:txBody>
      </p:sp>
      <p:sp>
        <p:nvSpPr>
          <p:cNvPr id="21" name="TextBox 20"/>
          <p:cNvSpPr txBox="1"/>
          <p:nvPr/>
        </p:nvSpPr>
        <p:spPr>
          <a:xfrm>
            <a:off x="685800" y="3410712"/>
            <a:ext cx="1078992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b="0" sz="1300">
                <a:solidFill>
                  <a:srgbClr val="404040"/>
                </a:solidFill>
                <a:latin typeface="微软雅黑"/>
              </a:rPr>
              <a:t>作为在校学生，我发现鸿蒙 PC 端一直缺少一款好用的课表工具：现有课表应用多为手机竖屏设计，放到 2in1 大屏上要么拉伸变形、要么功能缩水。于是我开发了「杉课」——专为 HarmonyOS PC/2in1 打造的课表应用，支持拍照识别、Excel、CSV 一键导入，用重要程度分色呈现每周安排。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85800" y="4983480"/>
            <a:ext cx="1078992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b="1" sz="1500">
                <a:solidFill>
                  <a:srgbClr val="E87D2B"/>
                </a:solidFill>
                <a:latin typeface="微软雅黑"/>
              </a:rPr>
              <a:t>专为鸿蒙 PC 原生打造的零权限离线课表：课表图片一拍，即变结构化周视图。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>
  <p:cSld>
    <p:spTree>
      <p:nvGrpSpPr>
        <p:cNvPr id="2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灯片编号占位符 1"/>
          <p:cNvSpPr>
            <a:spLocks noGrp="true"/>
          </p:cNvSpPr>
          <p:nvPr>
            <p:ph type="sldNum" sz="quarter" idx="12"/>
          </p:nvPr>
        </p:nvSpPr>
        <p:spPr/>
        <p:txBody>
          <a:bodyPr/>
          <a:lstStyle/>
          <a:p>
            <a:pPr/>
            <a:fld id="{49AE70B2-8BF9-45C0-BB95-33D1B9D3A854}" type="slidenum">
              <a:rPr lang="zh-CN" altLang="en-US" smtClean="false">
                <a:latin typeface="微软雅黑" panose="020B0503020204020204" pitchFamily="34" charset="-122"/>
                <a:ea typeface="微软雅黑" panose="020B0503020204020204" pitchFamily="34" charset="-122"/>
              </a:rPr>
              <a:t>4</a:t>
            </a:fld>
            <a:endParaRPr lang="zh-CN" altLang="en-US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23" name="文本占位符 2"/>
          <p:cNvSpPr>
            <a:spLocks noGrp="true"/>
          </p:cNvSpPr>
          <p:nvPr>
            <p:ph type="body" sz="quarter" idx="13"/>
          </p:nvPr>
        </p:nvSpPr>
        <p:spPr>
          <a:xfrm>
            <a:off x="195815" y="200290"/>
            <a:ext cx="5966068" cy="446134"/>
          </a:xfrm>
        </p:spPr>
        <p:txBody>
          <a:bodyPr anchor="ctr"/>
          <a:lstStyle/>
          <a:p>
            <a:pPr/>
            <a:r>
              <a:rPr kumimoji="true" lang="zh-CN" altLang="en-US" sz="2800" dirty="false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应用核心功能</a:t>
            </a:r>
            <a:endParaRPr/>
          </a:p>
        </p:txBody>
      </p:sp>
      <p:sp>
        <p:nvSpPr>
          <p:cNvPr id="24" name="文本框 3"/>
          <p:cNvSpPr txBox="true"/>
          <p:nvPr/>
        </p:nvSpPr>
        <p:spPr>
          <a:xfrm>
            <a:off x="600634" y="1109012"/>
            <a:ext cx="9010957" cy="381258"/>
          </a:xfrm>
          <a:prstGeom prst="rect">
            <a:avLst/>
          </a:prstGeom>
          <a:noFill/>
        </p:spPr>
        <p:txBody>
          <a:bodyPr wrap="square" rtlCol="false">
            <a:spAutoFit/>
          </a:bodyPr>
          <a:lstStyle/>
          <a:p>
            <a:pPr fontAlgn="base">
              <a:lnSpc>
                <a:spcPct val="130000"/>
              </a:lnSpc>
              <a:spcBef>
                <a:spcPct val="1"/>
              </a:spcBef>
              <a:spcAft>
                <a:spcPct val="1"/>
              </a:spcAft>
            </a:pPr>
            <a:r>
              <a:rPr lang="zh-CN" altLang="en-US" sz="1600" dirty="false">
                <a:latin typeface="微软雅黑" panose="020B0503020204020204" pitchFamily="34" charset="-122"/>
                <a:ea typeface="微软雅黑" panose="020B0503020204020204" pitchFamily="34" charset="-122"/>
                <a:cs typeface="Source Han Sans CN Regular" panose="020B0800000000000000" charset="-122"/>
              </a:rPr>
              <a:t>差异化功能一览（对比手机端课程表与安卓 / iOS 同类应用）</a:t>
            </a:r>
            <a:r>
              <a:rPr lang="en-US" altLang="zh-CN" sz="1600" dirty="false">
                <a:latin typeface="微软雅黑" panose="020B0503020204020204" pitchFamily="34" charset="-122"/>
                <a:ea typeface="微软雅黑" panose="020B0503020204020204" pitchFamily="34" charset="-122"/>
                <a:cs typeface="Source Han Sans CN Regular" panose="020B0800000000000000" charset="-122"/>
              </a:rPr>
              <a:t/>
            </a:r>
            <a:r>
              <a:rPr lang="zh-CN" altLang="en-US" sz="1600" dirty="false">
                <a:latin typeface="微软雅黑" panose="020B0503020204020204" pitchFamily="34" charset="-122"/>
                <a:ea typeface="微软雅黑" panose="020B0503020204020204" pitchFamily="34" charset="-122"/>
                <a:cs typeface="Source Han Sans CN Regular" panose="020B0800000000000000" charset="-122"/>
              </a:rPr>
              <a:t/>
            </a:r>
            <a:r>
              <a:rPr lang="en-US" altLang="zh-CN" sz="1600" dirty="false">
                <a:latin typeface="微软雅黑" panose="020B0503020204020204" pitchFamily="34" charset="-122"/>
                <a:ea typeface="微软雅黑" panose="020B0503020204020204" pitchFamily="34" charset="-122"/>
                <a:cs typeface="Source Han Sans CN Regular" panose="020B0800000000000000" charset="-122"/>
              </a:rPr>
              <a:t/>
            </a:r>
            <a:r>
              <a:rPr lang="zh-CN" altLang="en-US" sz="1600" dirty="false">
                <a:latin typeface="微软雅黑" panose="020B0503020204020204" pitchFamily="34" charset="-122"/>
                <a:ea typeface="微软雅黑" panose="020B0503020204020204" pitchFamily="34" charset="-122"/>
                <a:cs typeface="Source Han Sans CN Regular" panose="020B0800000000000000" charset="-122"/>
              </a:rPr>
              <a:t/>
            </a:r>
            <a:endParaRPr lang="en-US" altLang="zh-CN" sz="1600" dirty="false">
              <a:latin typeface="微软雅黑" panose="020B0503020204020204" pitchFamily="34" charset="-122"/>
              <a:ea typeface="微软雅黑" panose="020B0503020204020204" pitchFamily="34" charset="-122"/>
              <a:cs typeface="Source Han Sans CN Regular" panose="020B0800000000000000" charset="-122"/>
            </a:endParaRPr>
          </a:p>
        </p:txBody>
      </p:sp>
      <p:sp>
        <p:nvSpPr>
          <p:cNvPr id="25" name="TextBox 24"/>
          <p:cNvSpPr txBox="1"/>
          <p:nvPr/>
        </p:nvSpPr>
        <p:spPr>
          <a:xfrm>
            <a:off x="603504" y="1572768"/>
            <a:ext cx="6309360" cy="5074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</a:pPr>
            <a:r>
              <a:rPr b="1" sz="1400">
                <a:solidFill>
                  <a:srgbClr val="1F4E79"/>
                </a:solidFill>
                <a:latin typeface="微软雅黑"/>
              </a:rPr>
              <a:t>• 离线图片识别导入</a:t>
            </a:r>
          </a:p>
          <a:p>
            <a:pPr>
              <a:spcAft>
                <a:spcPts val="800"/>
              </a:spcAft>
            </a:pPr>
            <a:r>
              <a:rPr b="0" sz="1250">
                <a:solidFill>
                  <a:srgbClr val="404040"/>
                </a:solidFill>
                <a:latin typeface="微软雅黑"/>
              </a:rPr>
              <a:t>    调用系统端侧 OCR，课表截图或拍照免登录自动解析，全程离线、数据不出设备。</a:t>
            </a:r>
          </a:p>
          <a:p>
            <a:pPr>
              <a:spcAft>
                <a:spcPts val="200"/>
              </a:spcAft>
            </a:pPr>
            <a:r>
              <a:rPr b="1" sz="1400">
                <a:solidFill>
                  <a:srgbClr val="1F4E79"/>
                </a:solidFill>
                <a:latin typeface="微软雅黑"/>
              </a:rPr>
              <a:t>• 多格式文件导入</a:t>
            </a:r>
          </a:p>
          <a:p>
            <a:pPr>
              <a:spcAft>
                <a:spcPts val="800"/>
              </a:spcAft>
            </a:pPr>
            <a:r>
              <a:rPr b="0" sz="1250">
                <a:solidFill>
                  <a:srgbClr val="404040"/>
                </a:solidFill>
                <a:latin typeface="微软雅黑"/>
              </a:rPr>
              <a:t>    教务系统导出的 xlsx / CSV 课表文件直接解析成结构化课程，无需手动逐条录入。</a:t>
            </a:r>
          </a:p>
          <a:p>
            <a:pPr>
              <a:spcAft>
                <a:spcPts val="200"/>
              </a:spcAft>
            </a:pPr>
            <a:r>
              <a:rPr b="1" sz="1400">
                <a:solidFill>
                  <a:srgbClr val="1F4E79"/>
                </a:solidFill>
                <a:latin typeface="微软雅黑"/>
              </a:rPr>
              <a:t>• 重要程度分色显示</a:t>
            </a:r>
          </a:p>
          <a:p>
            <a:pPr>
              <a:spcAft>
                <a:spcPts val="800"/>
              </a:spcAft>
            </a:pPr>
            <a:r>
              <a:rPr b="0" sz="1250">
                <a:solidFill>
                  <a:srgbClr val="404040"/>
                </a:solidFill>
                <a:latin typeface="微软雅黑"/>
              </a:rPr>
              <a:t>    按课程重要程度三色渲染课表格子，本周重点一眼锁定，时段与周次可灵活调整。</a:t>
            </a:r>
          </a:p>
          <a:p>
            <a:pPr>
              <a:spcAft>
                <a:spcPts val="200"/>
              </a:spcAft>
            </a:pPr>
            <a:r>
              <a:rPr b="1" sz="1400">
                <a:solidFill>
                  <a:srgbClr val="1F4E79"/>
                </a:solidFill>
                <a:latin typeface="微软雅黑"/>
              </a:rPr>
              <a:t>• 大屏原生周视图</a:t>
            </a:r>
          </a:p>
          <a:p>
            <a:pPr>
              <a:spcAft>
                <a:spcPts val="800"/>
              </a:spcAft>
            </a:pPr>
            <a:r>
              <a:rPr b="0" sz="1250">
                <a:solidFill>
                  <a:srgbClr val="404040"/>
                </a:solidFill>
                <a:latin typeface="微软雅黑"/>
              </a:rPr>
              <a:t>    PC / 2in1 全宽七列网格 + 节次时间轴 + 本周高亮，充分释放横屏大屏空间。</a:t>
            </a:r>
          </a:p>
          <a:p>
            <a:pPr>
              <a:spcAft>
                <a:spcPts val="200"/>
              </a:spcAft>
            </a:pPr>
            <a:r>
              <a:rPr b="1" sz="1400">
                <a:solidFill>
                  <a:srgbClr val="1F4E79"/>
                </a:solidFill>
                <a:latin typeface="微软雅黑"/>
              </a:rPr>
              <a:t>• 课程详情与自定义备注</a:t>
            </a:r>
          </a:p>
          <a:p>
            <a:pPr>
              <a:spcAft>
                <a:spcPts val="800"/>
              </a:spcAft>
            </a:pPr>
            <a:r>
              <a:rPr b="0" sz="1250">
                <a:solidFill>
                  <a:srgbClr val="404040"/>
                </a:solidFill>
                <a:latin typeface="微软雅黑"/>
              </a:rPr>
              <a:t>    点击课程即见任科老师与课程内容介绍，支持独立自定义备注随时补充记录。</a:t>
            </a:r>
          </a:p>
          <a:p>
            <a:pPr>
              <a:spcAft>
                <a:spcPts val="200"/>
              </a:spcAft>
            </a:pPr>
            <a:r>
              <a:rPr b="1" sz="1400">
                <a:solidFill>
                  <a:srgbClr val="1F4E79"/>
                </a:solidFill>
                <a:latin typeface="微软雅黑"/>
              </a:rPr>
              <a:t>• 零权限纯本地</a:t>
            </a:r>
          </a:p>
          <a:p>
            <a:pPr>
              <a:spcAft>
                <a:spcPts val="800"/>
              </a:spcAft>
            </a:pPr>
            <a:r>
              <a:rPr b="0" sz="1250">
                <a:solidFill>
                  <a:srgbClr val="404040"/>
                </a:solidFill>
                <a:latin typeface="微软雅黑"/>
              </a:rPr>
              <a:t>    不申请任何隐私权限、不发网络请求，数据全部本地数据库存储，无网完整可用。</a:t>
            </a:r>
          </a:p>
        </p:txBody>
      </p:sp>
      <p:pic xmlns:r="http://schemas.openxmlformats.org/officeDocument/2006/relationships">
        <p:nvPicPr>
          <p:cNvPr id="26" name="Picture 25" descr="upload1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23760" y="1572768"/>
            <a:ext cx="4526280" cy="2546032"/>
          </a:xfrm>
          <a:prstGeom prst="rect">
            <a:avLst/>
          </a:prstGeom>
          <a:ln w="9525">
            <a:solidFill>
              <a:srgbClr val="D0D0D0"/>
            </a:solidFill>
          </a:ln>
        </p:spPr>
      </p:pic>
      <p:pic xmlns:r="http://schemas.openxmlformats.org/officeDocument/2006/relationships">
        <p:nvPicPr>
          <p:cNvPr id="27" name="Picture 26" descr="upload2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223760" y="4160520"/>
            <a:ext cx="4526280" cy="2546032"/>
          </a:xfrm>
          <a:prstGeom prst="rect">
            <a:avLst/>
          </a:prstGeom>
          <a:ln w="9525">
            <a:solidFill>
              <a:srgbClr val="D0D0D0"/>
            </a:solidFill>
          </a:ln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>
  <p:cSld>
    <p:spTree>
      <p:nvGrpSpPr>
        <p:cNvPr id="25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灯片编号占位符 1"/>
          <p:cNvSpPr>
            <a:spLocks noGrp="true"/>
          </p:cNvSpPr>
          <p:nvPr>
            <p:ph type="sldNum" sz="quarter" idx="12"/>
          </p:nvPr>
        </p:nvSpPr>
        <p:spPr/>
        <p:txBody>
          <a:bodyPr/>
          <a:lstStyle/>
          <a:p>
            <a:pPr/>
            <a:fld id="{49AE70B2-8BF9-45C0-BB95-33D1B9D3A854}" type="slidenum">
              <a:rPr lang="zh-CN" altLang="en-US" smtClean="false"/>
              <a:t>5</a:t>
            </a:fld>
            <a:endParaRPr lang="zh-CN" altLang="en-US"/>
          </a:p>
        </p:txBody>
      </p:sp>
      <p:sp>
        <p:nvSpPr>
          <p:cNvPr id="27" name="文本占位符 2"/>
          <p:cNvSpPr>
            <a:spLocks noGrp="true"/>
          </p:cNvSpPr>
          <p:nvPr>
            <p:ph type="body" sz="quarter" idx="13"/>
          </p:nvPr>
        </p:nvSpPr>
        <p:spPr/>
        <p:txBody>
          <a:bodyPr/>
          <a:lstStyle/>
          <a:p>
            <a:pPr/>
            <a:r>
              <a:rPr lang="zh-CN" altLang="en-US" dirty="false"/>
              <a:t>创新性</a:t>
            </a:r>
            <a:endParaRPr/>
          </a:p>
        </p:txBody>
      </p:sp>
      <p:sp>
        <p:nvSpPr>
          <p:cNvPr id="28" name="文本框 3"/>
          <p:cNvSpPr txBox="true"/>
          <p:nvPr/>
        </p:nvSpPr>
        <p:spPr>
          <a:xfrm>
            <a:off x="600634" y="1109012"/>
            <a:ext cx="3836895" cy="381258"/>
          </a:xfrm>
          <a:prstGeom prst="rect">
            <a:avLst/>
          </a:prstGeom>
          <a:noFill/>
        </p:spPr>
        <p:txBody>
          <a:bodyPr wrap="square" rtlCol="false">
            <a:spAutoFit/>
          </a:bodyPr>
          <a:lstStyle/>
          <a:p>
            <a:pPr fontAlgn="base">
              <a:lnSpc>
                <a:spcPct val="130000"/>
              </a:lnSpc>
              <a:spcBef>
                <a:spcPct val="1"/>
              </a:spcBef>
              <a:spcAft>
                <a:spcPct val="1"/>
              </a:spcAft>
            </a:pPr>
            <a:r>
              <a:rPr lang="zh-CN" altLang="en-US" sz="1600" dirty="false">
                <a:latin typeface="微软雅黑" panose="020B0503020204020204" pitchFamily="34" charset="-122"/>
                <a:ea typeface="微软雅黑" panose="020B0503020204020204" pitchFamily="34" charset="-122"/>
                <a:cs typeface="Source Han Sans CN Regular" panose="020B0800000000000000" charset="-122"/>
              </a:rPr>
              <a:t>体验的创新与提升</a:t>
            </a:r>
            <a:r>
              <a:rPr lang="en-US" altLang="zh-CN" sz="1600" dirty="false">
                <a:latin typeface="微软雅黑" panose="020B0503020204020204" pitchFamily="34" charset="-122"/>
                <a:ea typeface="微软雅黑" panose="020B0503020204020204" pitchFamily="34" charset="-122"/>
                <a:cs typeface="Source Han Sans CN Regular" panose="020B0800000000000000" charset="-122"/>
              </a:rPr>
              <a:t/>
            </a:r>
            <a:r>
              <a:rPr lang="zh-CN" altLang="en-US" sz="1600" dirty="false">
                <a:latin typeface="微软雅黑" panose="020B0503020204020204" pitchFamily="34" charset="-122"/>
                <a:ea typeface="微软雅黑" panose="020B0503020204020204" pitchFamily="34" charset="-122"/>
                <a:cs typeface="Source Han Sans CN Regular" panose="020B0800000000000000" charset="-122"/>
              </a:rPr>
              <a:t/>
            </a:r>
            <a:endParaRPr lang="en-US" altLang="zh-CN" sz="1600" dirty="false">
              <a:latin typeface="微软雅黑" panose="020B0503020204020204" pitchFamily="34" charset="-122"/>
              <a:ea typeface="微软雅黑" panose="020B0503020204020204" pitchFamily="34" charset="-122"/>
              <a:cs typeface="Source Han Sans CN Regular" panose="020B0800000000000000" charset="-122"/>
            </a:endParaRPr>
          </a:p>
        </p:txBody>
      </p:sp>
      <p:sp>
        <p:nvSpPr>
          <p:cNvPr id="29" name="文本框 4"/>
          <p:cNvSpPr txBox="true"/>
          <p:nvPr/>
        </p:nvSpPr>
        <p:spPr>
          <a:xfrm>
            <a:off x="600634" y="3923929"/>
            <a:ext cx="3836895" cy="381258"/>
          </a:xfrm>
          <a:prstGeom prst="rect">
            <a:avLst/>
          </a:prstGeom>
          <a:noFill/>
        </p:spPr>
        <p:txBody>
          <a:bodyPr wrap="square" rtlCol="false">
            <a:spAutoFit/>
          </a:bodyPr>
          <a:lstStyle/>
          <a:p>
            <a:pPr fontAlgn="base">
              <a:lnSpc>
                <a:spcPct val="130000"/>
              </a:lnSpc>
              <a:spcBef>
                <a:spcPct val="1"/>
              </a:spcBef>
              <a:spcAft>
                <a:spcPct val="1"/>
              </a:spcAft>
            </a:pPr>
            <a:r>
              <a:rPr lang="zh-CN" altLang="en-US" sz="1600" dirty="false">
                <a:latin typeface="微软雅黑" panose="020B0503020204020204" pitchFamily="34" charset="-122"/>
                <a:ea typeface="微软雅黑" panose="020B0503020204020204" pitchFamily="34" charset="-122"/>
                <a:cs typeface="Source Han Sans CN Regular" panose="020B0800000000000000" charset="-122"/>
              </a:rPr>
              <a:t>接入的鸿蒙特性</a:t>
            </a:r>
            <a:r>
              <a:rPr lang="en-US" altLang="zh-CN" sz="1600" dirty="false">
                <a:latin typeface="微软雅黑" panose="020B0503020204020204" pitchFamily="34" charset="-122"/>
                <a:ea typeface="微软雅黑" panose="020B0503020204020204" pitchFamily="34" charset="-122"/>
                <a:cs typeface="Source Han Sans CN Regular" panose="020B0800000000000000" charset="-122"/>
              </a:rPr>
              <a:t/>
            </a:r>
            <a:r>
              <a:rPr lang="zh-CN" altLang="en-US" sz="1600" dirty="false">
                <a:latin typeface="微软雅黑" panose="020B0503020204020204" pitchFamily="34" charset="-122"/>
                <a:ea typeface="微软雅黑" panose="020B0503020204020204" pitchFamily="34" charset="-122"/>
                <a:cs typeface="Source Han Sans CN Regular" panose="020B0800000000000000" charset="-122"/>
              </a:rPr>
              <a:t/>
            </a:r>
            <a:endParaRPr lang="en-US" altLang="zh-CN" sz="1600" dirty="false">
              <a:latin typeface="微软雅黑" panose="020B0503020204020204" pitchFamily="34" charset="-122"/>
              <a:ea typeface="微软雅黑" panose="020B0503020204020204" pitchFamily="34" charset="-122"/>
              <a:cs typeface="Source Han Sans CN Regular" panose="020B0800000000000000" charset="-122"/>
            </a:endParaRPr>
          </a:p>
        </p:txBody>
      </p:sp>
      <p:sp>
        <p:nvSpPr>
          <p:cNvPr id="30" name="TextBox 29"/>
          <p:cNvSpPr txBox="1"/>
          <p:nvPr/>
        </p:nvSpPr>
        <p:spPr>
          <a:xfrm>
            <a:off x="603504" y="1572768"/>
            <a:ext cx="1097280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b="0" sz="1300">
                <a:solidFill>
                  <a:srgbClr val="404040"/>
                </a:solidFill>
                <a:latin typeface="微软雅黑"/>
              </a:rPr>
              <a:t>一拍即得：课表图片离线 OCR + 智能网格解析，自动还原为结构化课表，导入全程不到一分钟。</a:t>
            </a:r>
          </a:p>
          <a:p>
            <a:pPr>
              <a:spcAft>
                <a:spcPts val="800"/>
              </a:spcAft>
            </a:pPr>
            <a:r>
              <a:rPr b="0" sz="1300">
                <a:solidFill>
                  <a:srgbClr val="404040"/>
                </a:solidFill>
                <a:latin typeface="微软雅黑"/>
              </a:rPr>
              <a:t>为大屏重新设计：宽屏七列网格、居中弹窗编辑、键鼠友好操作，交互对齐 PC 桌面应用习惯。</a:t>
            </a:r>
          </a:p>
          <a:p>
            <a:pPr>
              <a:spcAft>
                <a:spcPts val="800"/>
              </a:spcAft>
            </a:pPr>
            <a:r>
              <a:rPr b="0" sz="1300">
                <a:solidFill>
                  <a:srgbClr val="404040"/>
                </a:solidFill>
                <a:latin typeface="微软雅黑"/>
              </a:rPr>
              <a:t>灵活可调：节次时间、学期起点自由设置，当前周次自动推算，重要程度分色随时调整。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03504" y="4389120"/>
            <a:ext cx="1097280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b="0" sz="1300">
                <a:solidFill>
                  <a:srgbClr val="404040"/>
                </a:solidFill>
                <a:latin typeface="微软雅黑"/>
              </a:rPr>
              <a:t>Core Vision Kit 端侧文本识别：免权限、纯离线 OCR，截图识别全程在设备本地完成，隐私不外泄。</a:t>
            </a:r>
          </a:p>
          <a:p>
            <a:pPr>
              <a:spcAft>
                <a:spcPts val="800"/>
              </a:spcAft>
            </a:pPr>
            <a:r>
              <a:rPr b="0" sz="1300">
                <a:solidFill>
                  <a:srgbClr val="404040"/>
                </a:solidFill>
                <a:latin typeface="微软雅黑"/>
              </a:rPr>
              <a:t>ArkUI 响应式布局 + Navigation 导航：原生适配 2in1 大屏，窗口自由缩放布局不变形，页面转场系统级流畅。</a:t>
            </a:r>
          </a:p>
          <a:p>
            <a:pPr>
              <a:spcAft>
                <a:spcPts val="800"/>
              </a:spcAft>
            </a:pPr>
            <a:r>
              <a:rPr b="0" sz="1300">
                <a:solidFill>
                  <a:srgbClr val="404040"/>
                </a:solidFill>
                <a:latin typeface="微软雅黑"/>
              </a:rPr>
              <a:t>relationalStore 本地数据库 + AppStorage 联动：WAL 模式可靠存储，跨页面状态即时刷新，离线场景完整可用。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>
  <p:cSld>
    <p:spTree>
      <p:nvGrpSpPr>
        <p:cNvPr id="30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灯片编号占位符 1"/>
          <p:cNvSpPr>
            <a:spLocks noGrp="true"/>
          </p:cNvSpPr>
          <p:nvPr>
            <p:ph type="sldNum" sz="quarter" idx="12"/>
          </p:nvPr>
        </p:nvSpPr>
        <p:spPr/>
        <p:txBody>
          <a:bodyPr/>
          <a:lstStyle/>
          <a:p>
            <a:pPr/>
            <a:fld id="{49AE70B2-8BF9-45C0-BB95-33D1B9D3A854}" type="slidenum">
              <a:rPr lang="zh-CN" altLang="en-US" smtClean="false"/>
              <a:t>6</a:t>
            </a:fld>
            <a:endParaRPr lang="zh-CN" altLang="en-US"/>
          </a:p>
        </p:txBody>
      </p:sp>
      <p:sp>
        <p:nvSpPr>
          <p:cNvPr id="32" name="文本占位符 2"/>
          <p:cNvSpPr>
            <a:spLocks noGrp="true"/>
          </p:cNvSpPr>
          <p:nvPr>
            <p:ph type="body" sz="quarter" idx="13"/>
          </p:nvPr>
        </p:nvSpPr>
        <p:spPr/>
        <p:txBody>
          <a:bodyPr/>
          <a:lstStyle/>
          <a:p>
            <a:pPr/>
            <a:r>
              <a:rPr lang="zh-CN" altLang="en-US" dirty="false"/>
              <a:t>商业价值</a:t>
            </a:r>
            <a:endParaRPr/>
          </a:p>
        </p:txBody>
      </p:sp>
      <p:sp>
        <p:nvSpPr>
          <p:cNvPr id="33" name="文本框 3"/>
          <p:cNvSpPr txBox="true"/>
          <p:nvPr/>
        </p:nvSpPr>
        <p:spPr>
          <a:xfrm>
            <a:off x="600634" y="1109012"/>
            <a:ext cx="3836895" cy="381258"/>
          </a:xfrm>
          <a:prstGeom prst="rect">
            <a:avLst/>
          </a:prstGeom>
          <a:noFill/>
        </p:spPr>
        <p:txBody>
          <a:bodyPr wrap="square" rtlCol="false">
            <a:spAutoFit/>
          </a:bodyPr>
          <a:lstStyle/>
          <a:p>
            <a:pPr fontAlgn="base">
              <a:lnSpc>
                <a:spcPct val="130000"/>
              </a:lnSpc>
              <a:spcBef>
                <a:spcPct val="1"/>
              </a:spcBef>
              <a:spcAft>
                <a:spcPct val="1"/>
              </a:spcAft>
            </a:pPr>
            <a:r>
              <a:rPr lang="zh-CN" altLang="en-US" sz="1600" dirty="false">
                <a:latin typeface="微软雅黑" panose="020B0503020204020204" pitchFamily="34" charset="-122"/>
                <a:ea typeface="微软雅黑" panose="020B0503020204020204" pitchFamily="34" charset="-122"/>
                <a:cs typeface="Source Han Sans CN Regular" panose="020B0800000000000000" charset="-122"/>
              </a:rPr>
              <a:t>用户范围、用户反馈、商业潜力</a:t>
            </a:r>
            <a:endParaRPr lang="en-US" altLang="zh-CN" sz="1600" dirty="false">
              <a:latin typeface="微软雅黑" panose="020B0503020204020204" pitchFamily="34" charset="-122"/>
              <a:ea typeface="微软雅黑" panose="020B0503020204020204" pitchFamily="34" charset="-122"/>
              <a:cs typeface="Source Han Sans CN Regular" panose="020B0800000000000000" charset="-122"/>
            </a:endParaRPr>
          </a:p>
        </p:txBody>
      </p:sp>
      <p:sp>
        <p:nvSpPr>
          <p:cNvPr id="34" name="TextBox 33"/>
          <p:cNvSpPr txBox="1"/>
          <p:nvPr/>
        </p:nvSpPr>
        <p:spPr>
          <a:xfrm>
            <a:off x="603504" y="1600200"/>
            <a:ext cx="1097280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</a:pPr>
            <a:r>
              <a:rPr b="1" sz="1500">
                <a:solidFill>
                  <a:srgbClr val="1F4E79"/>
                </a:solidFill>
                <a:latin typeface="微软雅黑"/>
              </a:rPr>
              <a:t>用户范围</a:t>
            </a:r>
          </a:p>
          <a:p>
            <a:pPr>
              <a:spcAft>
                <a:spcPts val="1200"/>
              </a:spcAft>
            </a:pPr>
            <a:r>
              <a:rPr b="0" sz="1300">
                <a:solidFill>
                  <a:srgbClr val="404040"/>
                </a:solidFill>
                <a:latin typeface="微软雅黑"/>
              </a:rPr>
              <a:t>面向全国高校学生及鸿蒙 PC / 2in1 设备用户；课表是大学四年高频刚需，随鸿蒙 PC 生态扩张，目标用户群同步快速增长。</a:t>
            </a:r>
          </a:p>
          <a:p>
            <a:pPr>
              <a:spcAft>
                <a:spcPts val="200"/>
              </a:spcAft>
            </a:pPr>
            <a:r>
              <a:rPr b="1" sz="1500">
                <a:solidFill>
                  <a:srgbClr val="1F4E79"/>
                </a:solidFill>
                <a:latin typeface="微软雅黑"/>
              </a:rPr>
              <a:t>用户反馈</a:t>
            </a:r>
          </a:p>
          <a:p>
            <a:pPr>
              <a:spcAft>
                <a:spcPts val="1200"/>
              </a:spcAft>
            </a:pPr>
            <a:r>
              <a:rPr b="0" sz="1300">
                <a:solidFill>
                  <a:srgbClr val="404040"/>
                </a:solidFill>
                <a:latin typeface="微软雅黑"/>
              </a:rPr>
              <a:t>应用已通过华为应用市场审核并公开上架，完成 1.0.1 → 1.0.2 版本迭代；依托校园社团与同学实测持续收集反馈，快速修复优化。</a:t>
            </a:r>
          </a:p>
          <a:p>
            <a:pPr>
              <a:spcAft>
                <a:spcPts val="200"/>
              </a:spcAft>
            </a:pPr>
            <a:r>
              <a:rPr b="1" sz="1500">
                <a:solidFill>
                  <a:srgbClr val="1F4E79"/>
                </a:solidFill>
                <a:latin typeface="微软雅黑"/>
              </a:rPr>
              <a:t>商业潜力</a:t>
            </a:r>
          </a:p>
          <a:p>
            <a:pPr>
              <a:spcAft>
                <a:spcPts val="1200"/>
              </a:spcAft>
            </a:pPr>
            <a:r>
              <a:rPr b="0" sz="1300">
                <a:solidFill>
                  <a:srgbClr val="404040"/>
                </a:solidFill>
                <a:latin typeface="微软雅黑"/>
              </a:rPr>
              <a:t>课表是校园场景的天然入口，可自然延展课程提醒、考试倒计时、GPA 计算等功能矩阵；纯本地零权限架构建立信任壁垒，后续可平滑拓展云同步等增值服务。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>
  <p:cSld>
    <p:spTree>
      <p:nvGrpSpPr>
        <p:cNvPr id="34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灯片编号占位符 1"/>
          <p:cNvSpPr>
            <a:spLocks noGrp="true"/>
          </p:cNvSpPr>
          <p:nvPr>
            <p:ph type="sldNum" sz="quarter" idx="12"/>
          </p:nvPr>
        </p:nvSpPr>
        <p:spPr/>
        <p:txBody>
          <a:bodyPr/>
          <a:lstStyle/>
          <a:p>
            <a:pPr/>
            <a:fld id="{49AE70B2-8BF9-45C0-BB95-33D1B9D3A854}" type="slidenum">
              <a:rPr lang="zh-CN" altLang="en-US" smtClean="false"/>
              <a:t>7</a:t>
            </a:fld>
            <a:endParaRPr lang="zh-CN" altLang="en-US"/>
          </a:p>
        </p:txBody>
      </p:sp>
      <p:sp>
        <p:nvSpPr>
          <p:cNvPr id="36" name="文本占位符 2"/>
          <p:cNvSpPr>
            <a:spLocks noGrp="true"/>
          </p:cNvSpPr>
          <p:nvPr>
            <p:ph type="body" sz="quarter" idx="13"/>
          </p:nvPr>
        </p:nvSpPr>
        <p:spPr/>
        <p:txBody>
          <a:bodyPr/>
          <a:lstStyle/>
          <a:p>
            <a:pPr/>
            <a:r>
              <a:rPr lang="en-US" altLang="zh-CN" dirty="false"/>
              <a:t>Demo</a:t>
            </a:r>
            <a:endParaRPr lang="zh-CN" altLang="en-US" dirty="false"/>
          </a:p>
        </p:txBody>
      </p:sp>
      <p:sp>
        <p:nvSpPr>
          <p:cNvPr id="37" name="文本框 3"/>
          <p:cNvSpPr txBox="true"/>
          <p:nvPr/>
        </p:nvSpPr>
        <p:spPr>
          <a:xfrm>
            <a:off x="600634" y="1109012"/>
            <a:ext cx="3836895" cy="4754880"/>
          </a:xfrm>
          <a:prstGeom prst="rect">
            <a:avLst/>
          </a:prstGeom>
          <a:noFill/>
        </p:spPr>
        <p:txBody>
          <a:bodyPr wrap="square" rtlCol="false">
            <a:spAutoFit/>
          </a:bodyPr>
          <a:lstStyle/>
          <a:p>
            <a:pPr fontAlgn="base">
              <a:lnSpc>
                <a:spcPct val="130000"/>
              </a:lnSpc>
              <a:spcBef>
                <a:spcPct val="1"/>
              </a:spcBef>
              <a:spcAft>
                <a:spcPct val="1"/>
              </a:spcAft>
            </a:pPr>
            <a:r>
              <a:rPr lang="zh-CN" altLang="en-US" sz="1600" dirty="false">
                <a:latin typeface="微软雅黑" panose="020B0503020204020204" pitchFamily="34" charset="-122"/>
                <a:ea typeface="微软雅黑" panose="020B0503020204020204" pitchFamily="34" charset="-122"/>
                <a:cs typeface="Source Han Sans CN Regular" panose="020B0800000000000000" charset="-122"/>
              </a:rPr>
              <a:t/>
            </a:r>
            <a:r>
              <a:rPr lang="en-US" altLang="zh-CN" sz="1600" dirty="false">
                <a:latin typeface="微软雅黑" panose="020B0503020204020204" pitchFamily="34" charset="-122"/>
                <a:ea typeface="微软雅黑" panose="020B0503020204020204" pitchFamily="34" charset="-122"/>
                <a:cs typeface="Source Han Sans CN Regular" panose="020B0800000000000000" charset="-122"/>
              </a:rPr>
              <a:t/>
            </a:r>
            <a:r>
              <a:rPr lang="zh-CN" altLang="en-US" sz="1600" dirty="false">
                <a:latin typeface="微软雅黑" panose="020B0503020204020204" pitchFamily="34" charset="-122"/>
                <a:ea typeface="微软雅黑" panose="020B0503020204020204" pitchFamily="34" charset="-122"/>
                <a:cs typeface="Source Han Sans CN Regular" panose="020B0800000000000000" charset="-122"/>
              </a:rPr>
              <a:t/>
            </a:r>
            <a:endParaRPr lang="en-US" altLang="zh-CN" sz="1600" dirty="false">
              <a:latin typeface="微软雅黑" panose="020B0503020204020204" pitchFamily="34" charset="-122"/>
              <a:ea typeface="微软雅黑" panose="020B0503020204020204" pitchFamily="34" charset="-122"/>
              <a:cs typeface="Source Han Sans CN Regular" panose="020B0800000000000000" charset="-122"/>
            </a:endParaRPr>
          </a:p>
        </p:txBody>
      </p:sp>
      <p:pic xmlns:r="http://schemas.openxmlformats.org/officeDocument/2006/relationships">
        <p:nvPicPr>
          <p:cNvPr id="38" name="杉课功能演示.mp4">
            <a:hlinkClick r:id="" action="ppaction://media"/>
          </p:cNvPr>
          <p:cNvPicPr>
            <a:picLocks noChangeAspect="1"/>
          </p:cNvPicPr>
          <p:nvPr>
            <a:videoFile r:link="rId3"/>
            <p:extLst>
              <p:ext uri="{DAA4B4D4-6D71-4841-9C94-3DE7FCFB9230}">
                <p14:media xmlns:p14="http://schemas.microsoft.com/office/powerpoint/2010/main" r:embed="rId2"/>
              </p:ext>
            </p:extLst>
          </p:nvPr>
        </p:nvPicPr>
        <p:blipFill>
          <a:blip r:embed="rId4"/>
          <a:stretch>
            <a:fillRect/>
          </a:stretch>
        </p:blipFill>
        <p:spPr>
          <a:xfrm>
            <a:off x="4700000" y="1500000"/>
            <a:ext cx="7200000" cy="4800000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>
          <p:childTnLst>
            <p:video>
              <p:cMediaNode vol="80000">
                <p:cTn id="2" fill="hold" display="0">
                  <p:stCondLst>
                    <p:cond delay="indefinite"/>
                  </p:stCondLst>
                </p:cTn>
                <p:tgtEl>
                  <p:spTgt spid="38"/>
                </p:tgtEl>
              </p:cMediaNode>
            </p:video>
          </p:childTnLst>
        </p:cTn>
      </p:par>
    </p:tnLst>
  </p:timing>
</p:sld>
</file>

<file path=ppt/slides/slide8.xml><?xml version="1.0" encoding="utf-8"?>
<p:sld xmlns:a="http://schemas.openxmlformats.org/drawingml/2006/main" xmlns:p="http://schemas.openxmlformats.org/presentationml/2006/main">
  <p:cSld>
    <p:bg>
      <p:bgPr>
        <a:solidFill>
          <a:srgbClr val="08A8F6"/>
        </a:solidFill>
        <a:effectLst/>
      </p:bgPr>
    </p:bg>
    <p:spTree>
      <p:nvGrpSpPr>
        <p:cNvPr id="38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文本框 8"/>
          <p:cNvSpPr txBox="true"/>
          <p:nvPr/>
        </p:nvSpPr>
        <p:spPr>
          <a:xfrm>
            <a:off x="3557237" y="1942121"/>
            <a:ext cx="5077527" cy="1107996"/>
          </a:xfrm>
          <a:prstGeom prst="rect">
            <a:avLst/>
          </a:prstGeom>
          <a:noFill/>
        </p:spPr>
        <p:txBody>
          <a:bodyPr wrap="square" rtlCol="false">
            <a:spAutoFit/>
          </a:bodyPr>
          <a:lstStyle/>
          <a:p>
            <a:pPr marL="0" marR="0" lvl="0" indent="0" algn="ctr" defTabSz="914400" rtl="false" eaLnBrk="true" fontAlgn="base" latinLnBrk="false" hangingPunct="true">
              <a:lnSpc>
                <a:spcPct val="100000"/>
              </a:lnSpc>
              <a:spcBef>
                <a:spcPct val="1"/>
              </a:spcBef>
              <a:spcAft>
                <a:spcPct val="1"/>
              </a:spcAft>
              <a:buClrTx/>
              <a:buSzTx/>
              <a:buFontTx/>
              <a:buNone/>
              <a:defRPr/>
            </a:pPr>
            <a:r>
              <a:rPr kumimoji="false" lang="zh-CN" altLang="en-US" sz="6600" b="true" i="false" u="none" strike="noStrike" kern="1200" cap="none" spc="0" normalizeH="false" baseline="0" noProof="false" dirty="false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HarmonyOS Sans" panose="00000800000000000000" charset="0"/>
              </a:rPr>
              <a:t>谢  谢</a:t>
            </a:r>
            <a:endParaRPr kumimoji="false" lang="en-US" altLang="zh-CN" sz="6600" b="true" i="false" u="none" strike="noStrike" kern="1200" cap="none" spc="0" normalizeH="false" baseline="0" noProof="false" dirty="false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微软雅黑" panose="020B0503020204020204" pitchFamily="34" charset="-122"/>
              <a:ea typeface="微软雅黑" panose="020B0503020204020204" pitchFamily="34" charset="-122"/>
              <a:cs typeface="HarmonyOS Sans" panose="00000800000000000000" charset="0"/>
            </a:endParaRPr>
          </a:p>
        </p:txBody>
      </p:sp>
      <p:sp>
        <p:nvSpPr>
          <p:cNvPr id="40" name="灯片编号占位符 2"/>
          <p:cNvSpPr>
            <a:spLocks noGrp="true"/>
          </p:cNvSpPr>
          <p:nvPr>
            <p:ph type="sldNum" sz="quarter" idx="12"/>
          </p:nvPr>
        </p:nvSpPr>
        <p:spPr/>
        <p:txBody>
          <a:bodyPr/>
          <a:lstStyle/>
          <a:p>
            <a:pPr/>
            <a:fld id="{49AE70B2-8BF9-45C0-BB95-33D1B9D3A854}" type="slidenum">
              <a:rPr lang="zh-CN" altLang="en-US" smtClean="false"/>
              <a:t>8</a:t>
            </a:fld>
            <a:endParaRPr lang="zh-CN" alt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1_自定义设计方案">
  <a:themeElements>
    <a:clrScheme name="WPS">
      <a:dk1>
        <a:sysClr val="windowText" lastClr="000000"/>
      </a:dk1>
      <a:lt1>
        <a:sysClr val="window" lastClr="FFFFFF"/>
      </a:lt1>
      <a:dk2>
        <a:srgbClr val="0F1423"/>
      </a:dk2>
      <a:lt2>
        <a:srgbClr val="FFFFFF"/>
      </a:lt2>
      <a:accent1>
        <a:srgbClr val="4874CB"/>
      </a:accent1>
      <a:accent2>
        <a:srgbClr val="EE822F"/>
      </a:accent2>
      <a:accent3>
        <a:srgbClr val="F2BA02"/>
      </a:accent3>
      <a:accent4>
        <a:srgbClr val="75BD42"/>
      </a:accent4>
      <a:accent5>
        <a:srgbClr val="30C0B4"/>
      </a:accent5>
      <a:accent6>
        <a:srgbClr val="E54C5E"/>
      </a:accent6>
      <a:hlink>
        <a:srgbClr val="0026E5"/>
      </a:hlink>
      <a:folHlink>
        <a:srgbClr val="7E1FAD"/>
      </a:folHlink>
    </a:clrScheme>
    <a:fontScheme name="WPS">
      <a:majorFont>
        <a:latin typeface="Calibri"/>
        <a:ea typeface="宋体"/>
        <a:cs typeface=""/>
      </a:majorFont>
      <a:minorFont>
        <a:latin typeface="Calibri"/>
        <a:ea typeface="宋体"/>
        <a:cs typeface=""/>
      </a:minorFont>
    </a:fontScheme>
    <a:fmtScheme name="WPS">
      <a:fillStyleLst>
        <a:solidFill>
          <a:schemeClr val="phClr"/>
        </a:solidFill>
        <a:gradFill>
          <a:gsLst>
            <a:gs pos="0">
              <a:schemeClr val="phClr">
                <a:lumOff val="17500"/>
              </a:schemeClr>
            </a:gs>
            <a:gs pos="100000">
              <a:schemeClr val="phClr"/>
            </a:gs>
          </a:gsLst>
          <a:lin ang="2700000" scaled="false"/>
        </a:gradFill>
        <a:gradFill>
          <a:gsLst>
            <a:gs pos="0">
              <a:schemeClr val="phClr">
                <a:hueOff val="-2520000"/>
              </a:schemeClr>
            </a:gs>
            <a:gs pos="100000">
              <a:schemeClr val="phClr"/>
            </a:gs>
          </a:gsLst>
          <a:lin ang="2700000" scaled="false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gradFill>
            <a:gsLst>
              <a:gs pos="0">
                <a:schemeClr val="phClr">
                  <a:hueOff val="-4200000"/>
                </a:schemeClr>
              </a:gs>
              <a:gs pos="100000">
                <a:schemeClr val="phClr"/>
              </a:gs>
            </a:gsLst>
            <a:lin ang="2700000" scaled="true"/>
          </a:gradFill>
          <a:prstDash val="solid"/>
          <a:miter lim="800000"/>
        </a:ln>
      </a:lnStyleLst>
      <a:effectStyleLst>
        <a:effectStyle>
          <a:effectLst>
            <a:outerShdw blurRad="101600" dist="50800" dir="5400000" algn="ctr" rotWithShape="false">
              <a:schemeClr val="phClr">
                <a:alpha val="60000"/>
              </a:schemeClr>
            </a:outerShdw>
          </a:effectLst>
        </a:effectStyle>
        <a:effectStyle>
          <a:effectLst>
            <a:reflection stA="50000" endA="300" endPos="40000" dist="25400" dir="5400000" sy="-100000" algn="bl" rotWithShape="false"/>
          </a:effectLst>
        </a:effectStyle>
        <a:effectStyle>
          <a:effectLst>
            <a:outerShdw blurRad="57150" dist="19050" dir="5400000" algn="ctr" rotWithShape="false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true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false"/>
        </a:gradFill>
      </a:bgFillStyleLst>
    </a:fmtScheme>
  </a:themeElements>
</a:theme>
</file>

<file path=ppt/theme/theme2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等线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等线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true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false"/>
        </a:gradFill>
        <a:gradFill rotWithShape="true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false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false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true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false"/>
        </a:gradFill>
      </a:bgFillStyleLst>
    </a:fmtScheme>
  </a:themeElements>
</a:theme>
</file>

<file path=docProps/app.xml><?xml version="1.0" encoding="utf-8"?>
<Properties xmlns:vt="http://schemas.openxmlformats.org/officeDocument/2006/docPropsVTypes" xmlns="http://schemas.openxmlformats.org/officeDocument/2006/extended-properties">
  <Application>Tencent office</Application>
</Properties>
</file>

<file path=docProps/core.xml><?xml version="1.0" encoding="utf-8"?>
<cp:coreProperties xmlns:xsi="http://www.w3.org/2001/XMLSchema-instance" xmlns:dcmitype="http://purl.org/dc/dcmitype/" xmlns:dcterms="http://purl.org/dc/terms/" xmlns:cp="http://schemas.openxmlformats.org/package/2006/metadata/core-properties" xmlns:dc="http://purl.org/dc/elements/1.1/">
  <dcterms:created xsi:type="dcterms:W3CDTF">2026-10-18T00:54:22Z</dcterms:created>
  <dcterms:modified xsi:type="dcterms:W3CDTF">2026-10-18T00:54:22Z</dcterms:modified>
</cp:coreProperties>
</file>